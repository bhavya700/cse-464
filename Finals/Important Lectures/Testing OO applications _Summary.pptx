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440" r:id="rId3"/>
    <p:sldId id="441" r:id="rId4"/>
    <p:sldId id="442" r:id="rId5"/>
    <p:sldId id="426" r:id="rId6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8" d="100"/>
          <a:sy n="88" d="100"/>
        </p:scale>
        <p:origin x="891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- Summary</a:t>
            </a:r>
            <a:endParaRPr lang="en-US" dirty="0"/>
          </a:p>
          <a:p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000099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latin typeface="Centaur" panose="02030504050205020304" pitchFamily="18" charset="0"/>
              </a:rPr>
              <a:t>Object Oriented Application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20700" y="4343400"/>
            <a:ext cx="1752600" cy="990600"/>
          </a:xfrm>
          <a:prstGeom prst="rect">
            <a:avLst/>
          </a:prstGeom>
          <a:solidFill>
            <a:srgbClr val="00B0F0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0"/>
              </a:rPr>
              <a:t>Design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200" y="2743200"/>
            <a:ext cx="3124200" cy="1066800"/>
          </a:xfrm>
          <a:prstGeom prst="rect">
            <a:avLst/>
          </a:prstGeom>
          <a:solidFill>
            <a:srgbClr val="00B0F0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entaur" panose="02030504050205020304" pitchFamily="18" charset="0"/>
              </a:rPr>
              <a:t>Dynamic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4343400"/>
            <a:ext cx="1752600" cy="990600"/>
          </a:xfrm>
          <a:prstGeom prst="rect">
            <a:avLst/>
          </a:prstGeom>
          <a:solidFill>
            <a:srgbClr val="00B0F0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0"/>
              </a:rPr>
              <a:t>Code Review</a:t>
            </a:r>
          </a:p>
        </p:txBody>
      </p:sp>
      <p:cxnSp>
        <p:nvCxnSpPr>
          <p:cNvPr id="8" name="Straight Arrow Connector 7"/>
          <p:cNvCxnSpPr>
            <a:stCxn id="2" idx="2"/>
          </p:cNvCxnSpPr>
          <p:nvPr/>
        </p:nvCxnSpPr>
        <p:spPr>
          <a:xfrm>
            <a:off x="4572000" y="1417638"/>
            <a:ext cx="0" cy="4873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90800" y="1905000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477000" y="1905000"/>
            <a:ext cx="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28700" y="2692400"/>
            <a:ext cx="3124200" cy="1066800"/>
          </a:xfrm>
          <a:prstGeom prst="rect">
            <a:avLst/>
          </a:prstGeom>
          <a:solidFill>
            <a:srgbClr val="00B0F0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entaur" panose="02030504050205020304" pitchFamily="18" charset="0"/>
              </a:rPr>
              <a:t>Static Testing</a:t>
            </a:r>
          </a:p>
        </p:txBody>
      </p:sp>
      <p:cxnSp>
        <p:nvCxnSpPr>
          <p:cNvPr id="15" name="Straight Arrow Connector 14"/>
          <p:cNvCxnSpPr>
            <a:endCxn id="13" idx="0"/>
          </p:cNvCxnSpPr>
          <p:nvPr/>
        </p:nvCxnSpPr>
        <p:spPr>
          <a:xfrm>
            <a:off x="2590800" y="1905000"/>
            <a:ext cx="0" cy="78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397000" y="4038600"/>
            <a:ext cx="233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2"/>
          </p:cNvCxnSpPr>
          <p:nvPr/>
        </p:nvCxnSpPr>
        <p:spPr>
          <a:xfrm>
            <a:off x="2590800" y="3759200"/>
            <a:ext cx="0" cy="279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3" idx="0"/>
          </p:cNvCxnSpPr>
          <p:nvPr/>
        </p:nvCxnSpPr>
        <p:spPr>
          <a:xfrm>
            <a:off x="1397000" y="40386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733800" y="40386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70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885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aur" panose="02030504050205020304" pitchFamily="18" charset="0"/>
              </a:rPr>
              <a:t>Testing OO Application - Design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4485"/>
            <a:ext cx="8077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OO software brings new set of challenges to testing when compared with its structured programming counter part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What is the </a:t>
            </a:r>
            <a:r>
              <a:rPr lang="en-US" sz="2400" b="1" dirty="0">
                <a:solidFill>
                  <a:srgbClr val="FF0000"/>
                </a:solidFill>
              </a:rPr>
              <a:t>unit</a:t>
            </a:r>
            <a:r>
              <a:rPr lang="en-US" sz="2400" dirty="0"/>
              <a:t>?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/>
              <a:t>Implications of </a:t>
            </a:r>
            <a:r>
              <a:rPr lang="en-US" sz="2400" b="1" dirty="0">
                <a:solidFill>
                  <a:srgbClr val="FF0000"/>
                </a:solidFill>
              </a:rPr>
              <a:t>Encapsulation, Inheritance, and Polymorphism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Thus, OO testing and Quality assurance starts with a good design that shows appropriate level of abstraction, </a:t>
            </a:r>
            <a:r>
              <a:rPr lang="en-US" sz="2400" b="1" dirty="0">
                <a:solidFill>
                  <a:srgbClr val="FF0000"/>
                </a:solidFill>
              </a:rPr>
              <a:t>information hiding, low coupling, high cohesion </a:t>
            </a:r>
            <a:r>
              <a:rPr lang="en-US" sz="2400" dirty="0"/>
              <a:t>….</a:t>
            </a:r>
            <a:r>
              <a:rPr lang="en-US" sz="2400" dirty="0" err="1"/>
              <a:t>ets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Code and Design Refactoring place a major role in ensuring the quality and testability of OO applications.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C-K matrix based quality assessment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443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entaur" panose="02030504050205020304" pitchFamily="18" charset="0"/>
              </a:rPr>
              <a:t>Testing OO Application – Dynamic Testing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46404" y="32893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9004" y="27559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7804" y="22225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6604" y="1549400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Level</a:t>
            </a:r>
          </a:p>
        </p:txBody>
      </p:sp>
      <p:sp>
        <p:nvSpPr>
          <p:cNvPr id="7" name="Bent-Up Arrow 6"/>
          <p:cNvSpPr/>
          <p:nvPr/>
        </p:nvSpPr>
        <p:spPr>
          <a:xfrm>
            <a:off x="2273808" y="344932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ent-Up Arrow 7"/>
          <p:cNvSpPr/>
          <p:nvPr/>
        </p:nvSpPr>
        <p:spPr>
          <a:xfrm>
            <a:off x="4102608" y="292354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-Up Arrow 8"/>
          <p:cNvSpPr/>
          <p:nvPr/>
        </p:nvSpPr>
        <p:spPr>
          <a:xfrm>
            <a:off x="5931408" y="2260600"/>
            <a:ext cx="850392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4445865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 as a unit</a:t>
            </a:r>
          </a:p>
          <a:p>
            <a:r>
              <a:rPr lang="en-US" dirty="0"/>
              <a:t>   Control and Data path</a:t>
            </a:r>
          </a:p>
          <a:p>
            <a:r>
              <a:rPr lang="en-US" dirty="0"/>
              <a:t>  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5950" y="1765805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Level </a:t>
            </a:r>
            <a:r>
              <a:rPr lang="en-US" dirty="0" err="1"/>
              <a:t>StateChart</a:t>
            </a:r>
            <a:endParaRPr lang="en-US" dirty="0"/>
          </a:p>
          <a:p>
            <a:r>
              <a:rPr lang="en-US" dirty="0"/>
              <a:t>Flattening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353415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Top-down</a:t>
            </a:r>
          </a:p>
          <a:p>
            <a:r>
              <a:rPr lang="en-US" dirty="0"/>
              <a:t>Bottom-up</a:t>
            </a:r>
          </a:p>
          <a:p>
            <a:r>
              <a:rPr lang="en-US" dirty="0" err="1"/>
              <a:t>Sandwhich</a:t>
            </a:r>
            <a:endParaRPr lang="en-US" dirty="0"/>
          </a:p>
          <a:p>
            <a:r>
              <a:rPr lang="en-US" dirty="0"/>
              <a:t>Mock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98635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Level </a:t>
            </a:r>
            <a:r>
              <a:rPr lang="en-US" dirty="0" err="1"/>
              <a:t>StateChart</a:t>
            </a:r>
            <a:endParaRPr lang="en-US" dirty="0"/>
          </a:p>
          <a:p>
            <a:r>
              <a:rPr lang="en-US" dirty="0"/>
              <a:t>Use-cases</a:t>
            </a:r>
          </a:p>
          <a:p>
            <a:r>
              <a:rPr lang="en-US" dirty="0"/>
              <a:t>Sequence diagrams</a:t>
            </a:r>
          </a:p>
          <a:p>
            <a:r>
              <a:rPr lang="en-US" dirty="0"/>
              <a:t>Collaboration diagrams</a:t>
            </a:r>
          </a:p>
        </p:txBody>
      </p:sp>
    </p:spTree>
    <p:extLst>
      <p:ext uri="{BB962C8B-B14F-4D97-AF65-F5344CB8AC3E}">
        <p14:creationId xmlns:p14="http://schemas.microsoft.com/office/powerpoint/2010/main" val="255475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819400"/>
            <a:ext cx="8229600" cy="73660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time : Testing Considerations in Distributed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9503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166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Centaur</vt:lpstr>
      <vt:lpstr>Office Theme</vt:lpstr>
      <vt:lpstr>CSE 464 : Software Quality Assurance and Testing</vt:lpstr>
      <vt:lpstr>Object Oriented Application Testing</vt:lpstr>
      <vt:lpstr>Testing OO Application - Design Summary</vt:lpstr>
      <vt:lpstr>Testing OO Application – Dynamic Testing Summary</vt:lpstr>
      <vt:lpstr>Next time : Testing Considerations in Distributed Applications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238</cp:revision>
  <cp:lastPrinted>2011-08-23T15:27:31Z</cp:lastPrinted>
  <dcterms:created xsi:type="dcterms:W3CDTF">2011-08-13T19:09:36Z</dcterms:created>
  <dcterms:modified xsi:type="dcterms:W3CDTF">2021-11-09T17:24:22Z</dcterms:modified>
</cp:coreProperties>
</file>