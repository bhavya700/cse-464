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449" r:id="rId3"/>
    <p:sldId id="477" r:id="rId4"/>
    <p:sldId id="474" r:id="rId5"/>
    <p:sldId id="476" r:id="rId6"/>
    <p:sldId id="475" r:id="rId7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eveloperworks/university/" TargetMode="External"/><Relationship Id="rId2" Type="http://schemas.openxmlformats.org/officeDocument/2006/relationships/hyperlink" Target="http://www.ibm.com/developerworks/rational/library/769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b="1" dirty="0"/>
              <a:t>Testing Object Oriented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dirty="0"/>
              <a:t>OO Testing hierarchy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97102" y="36449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31115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25781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9050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Level</a:t>
            </a:r>
          </a:p>
        </p:txBody>
      </p:sp>
      <p:sp>
        <p:nvSpPr>
          <p:cNvPr id="8" name="Bent-Up Arrow 7"/>
          <p:cNvSpPr/>
          <p:nvPr/>
        </p:nvSpPr>
        <p:spPr>
          <a:xfrm>
            <a:off x="2546604" y="380492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-Up Arrow 8"/>
          <p:cNvSpPr/>
          <p:nvPr/>
        </p:nvSpPr>
        <p:spPr>
          <a:xfrm>
            <a:off x="4375404" y="327914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-Up Arrow 9"/>
          <p:cNvSpPr/>
          <p:nvPr/>
        </p:nvSpPr>
        <p:spPr>
          <a:xfrm>
            <a:off x="6204204" y="261620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6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b="1" dirty="0"/>
              <a:t>Testing Object Oriented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dirty="0"/>
              <a:t>Various UML artifacts</a:t>
            </a:r>
          </a:p>
          <a:p>
            <a:pPr lvl="1"/>
            <a:r>
              <a:rPr lang="en-US" dirty="0"/>
              <a:t>Use cases, Sequence diagrams, State Charts, Class Responsibility Collaborator (CRC) diagrams</a:t>
            </a:r>
          </a:p>
          <a:p>
            <a:pPr marL="457200" lvl="1" indent="0">
              <a:buNone/>
            </a:pPr>
            <a:endParaRPr lang="en-US" dirty="0">
              <a:hlinkClick r:id="rId2"/>
            </a:endParaRPr>
          </a:p>
          <a:p>
            <a:pPr lvl="1"/>
            <a:r>
              <a:rPr lang="en-US" dirty="0">
                <a:hlinkClick r:id="rId2"/>
              </a:rPr>
              <a:t>http://www.ibm.com/developerworks/rational/library/769.html</a:t>
            </a:r>
            <a:r>
              <a:rPr lang="en-US" dirty="0"/>
              <a:t> </a:t>
            </a:r>
          </a:p>
          <a:p>
            <a:r>
              <a:rPr lang="en-US" dirty="0"/>
              <a:t>OO Testing hierarchy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57150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0800" y="51816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9600" y="46482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39751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Level</a:t>
            </a:r>
          </a:p>
        </p:txBody>
      </p:sp>
      <p:sp>
        <p:nvSpPr>
          <p:cNvPr id="8" name="Bent-Up Arrow 7"/>
          <p:cNvSpPr/>
          <p:nvPr/>
        </p:nvSpPr>
        <p:spPr>
          <a:xfrm>
            <a:off x="2165604" y="587502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-Up Arrow 8"/>
          <p:cNvSpPr/>
          <p:nvPr/>
        </p:nvSpPr>
        <p:spPr>
          <a:xfrm>
            <a:off x="3994404" y="534924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-Up Arrow 9"/>
          <p:cNvSpPr/>
          <p:nvPr/>
        </p:nvSpPr>
        <p:spPr>
          <a:xfrm>
            <a:off x="5823204" y="468630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52500" y="2459504"/>
            <a:ext cx="7048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hlinkClick r:id="rId3"/>
              </a:rPr>
              <a:t>https://www.ibm.com/developerworks/university/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59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OO Testing Example – Bank Account Example Revisit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09800"/>
            <a:ext cx="4419600" cy="402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19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BankAccount</a:t>
            </a:r>
            <a:r>
              <a:rPr lang="en-US" dirty="0"/>
              <a:t> Testing Example: Demo</a:t>
            </a:r>
          </a:p>
        </p:txBody>
      </p:sp>
    </p:spTree>
    <p:extLst>
      <p:ext uri="{BB962C8B-B14F-4D97-AF65-F5344CB8AC3E}">
        <p14:creationId xmlns:p14="http://schemas.microsoft.com/office/powerpoint/2010/main" val="492556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38705" y="228600"/>
            <a:ext cx="8229600" cy="436485"/>
          </a:xfrm>
        </p:spPr>
        <p:txBody>
          <a:bodyPr>
            <a:noAutofit/>
          </a:bodyPr>
          <a:lstStyle/>
          <a:p>
            <a:r>
              <a:rPr lang="en-US" sz="2400" b="1" dirty="0"/>
              <a:t>Next Time =&gt; How do we Test This Application – Integration Testing?</a:t>
            </a:r>
          </a:p>
        </p:txBody>
      </p:sp>
      <p:sp>
        <p:nvSpPr>
          <p:cNvPr id="40965" name="Footer Placeholder 20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0" y="533400"/>
            <a:ext cx="7961790" cy="560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060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</TotalTime>
  <Words>124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CSE 464 : Software Quality Assurance and Testing</vt:lpstr>
      <vt:lpstr>Testing Object Oriented Software</vt:lpstr>
      <vt:lpstr>Testing Object Oriented Software</vt:lpstr>
      <vt:lpstr>OO Testing Example – Bank Account Example Revisit</vt:lpstr>
      <vt:lpstr>BankAccount Testing Example: Demo</vt:lpstr>
      <vt:lpstr>Next Time =&gt; How do we Test This Application – Integration Testing?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208</cp:revision>
  <cp:lastPrinted>2011-08-23T15:27:31Z</cp:lastPrinted>
  <dcterms:created xsi:type="dcterms:W3CDTF">2011-08-13T19:09:36Z</dcterms:created>
  <dcterms:modified xsi:type="dcterms:W3CDTF">2022-03-30T05:20:25Z</dcterms:modified>
</cp:coreProperties>
</file>