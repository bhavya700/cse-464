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454" r:id="rId3"/>
    <p:sldId id="438" r:id="rId4"/>
    <p:sldId id="446" r:id="rId5"/>
    <p:sldId id="455" r:id="rId6"/>
    <p:sldId id="459" r:id="rId7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4669"/>
  </p:normalViewPr>
  <p:slideViewPr>
    <p:cSldViewPr>
      <p:cViewPr varScale="1">
        <p:scale>
          <a:sx n="114" d="100"/>
          <a:sy n="114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uto.howstuffworks.com/wiper3.ht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8229600" cy="1143000"/>
          </a:xfrm>
        </p:spPr>
        <p:txBody>
          <a:bodyPr/>
          <a:lstStyle/>
          <a:p>
            <a:r>
              <a:rPr lang="en-US" dirty="0"/>
              <a:t>Windshield Wiper Example</a:t>
            </a:r>
          </a:p>
        </p:txBody>
      </p:sp>
      <p:pic>
        <p:nvPicPr>
          <p:cNvPr id="1026" name="Picture 2" descr="http://static.ddmcdn.com/gif/wiper-contr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384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9067" y="5486400"/>
            <a:ext cx="2519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auto.howstuffworks.com</a:t>
            </a:r>
            <a:endParaRPr lang="en-US" dirty="0"/>
          </a:p>
        </p:txBody>
      </p:sp>
      <p:sp>
        <p:nvSpPr>
          <p:cNvPr id="4" name="AutoShape 4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jpeg;base64,/9j/4AAQSkZJRgABAQAAAQABAAD/2wCEAAkGBwgHBgkIBwgKCgkLDRYPDQwMDRsUFRAWIB0iIiAdHx8kKDQsJCYxJx8fLT0tMTU3Ojo6Iys/RD84QzQ5OjcBCgoKDQwNGg8PGjclHyU3Nzc3Nzc3Nzc3Nzc3Nzc3Nzc3Nzc3Nzc3Nzc3Nzc3Nzc3Nzc3Nzc3Nzc3Nzc3Nzc3N//AABEIAHcAswMBIgACEQEDEQH/xAAbAAACAwEBAQAAAAAAAAAAAAACAwABBAYFB//EAD4QAAIBAgUCAwQHBgQHAAAAAAECEQADBAUSITFBUQYiYRMycYEUQpGhscHRBxUjUnLwMzSDkhZTgpOjsuH/xAAWAQEBAQAAAAAAAAAAAAAAAAAAAQL/xAAZEQEBAQEBAQAAAAAAAAAAAAAAEQEhElH/2gAMAwEAAhEDEQA/APdtJqRonc072fvKAsNudue9Db02lICnYzVNpuMqGGhtRB5jp8qoDN/paZdiXy5UbFi2fZBv5o2rN4Mxj5r4YsYy5iTdxNtzaxassPacHg79eh25r1AWklgERROo7VyGc3sR4L8QL4kwdj2uXYuLWZ4VeHHAYdJ7H9ag7q0ZmBM7/wDyorjVPrEdqHD3LWKtJjMC4vZfeAfD3kkgqeh7MOCKZp3UgAQZ4qATcYqzqodNIK6TBNLe0lwjzDQTq2P6U3ZbbaQAd+BQAMROnzJMTwT3oCVFVJG89qZbtMAOI6g9KG2gdwytpII1bcjfaj+k2zca0rS6+8OwNBRtK7EEdeRWe7bNtgvI71q1bjihuDVA8u4IMmgxySSrAH9KJwDyJFXwz6TqjoKKCYqgCd6XG4MQeTHemld6F17bb9KAydlUGNR3qXwqooWNXb86iJOItjcluO1b8ThAmHcnlRtPQUHjARoBMH4zVuN6I+9tHO9VcG4oF7ydoFBHHxphO+9A0RqIPyoKirqA7CealAYPWOtaRp0s6SWA3XqfSkPYJSCA0xtRLbdnI4iN6DQqkqZ31cSPSs2YYBcfg7uExFtXtXU03B61pUC44YyCOsUyyZLgtrOrfeY9Kg4X9mWYXPDed43wjmrk4S84NtmPusSArjsDsD6x3Nd7iLD2cS9m+pHs2BUz73Y1xnj/AChzZs5vh1NzE4NT7Udb1k7Opj039K6TwZ4gw/izw37RrpfMMuizeZ9mupHlcj1G/wAQaDaesdaW+rWDvseO+1MEFRpiPSqAjcxzVEGohYHDAneIpiG21nWpkHrFUnuiTJ+FEGVV42HJqaIPd3G/pQMF1KxiYjc7/KrnznbalaZII6Ht1oKuiCCG6zNQjyjeruBgo0gsT27VXUSOKoGORt8YqnnaRMRRMJ60DTz19KBttihtsOVNa7l9rlpkZm3+sDHWvPcgWWk7DnatFkQibCIgUGVgQ5EbULDbmjuroumNhSyelAB4HbrQlYk8zRMJEcb9Kjd6BW53BNSiIq6D00tAqd49azLZvKVK3A6gyWIkn+9q32t7Qbr1AoXDe0UIoaHAO/A71BnS25cEjjgA/jVlHR/KoAYyx616CWCr69Xlgz2FGuEKoouXTcIHJABPxiqPKxFv6QjKQGEbqRsfSviviXK28N+JXtG7esYO+2u3essRpUk9udJ3ivvv0eza1NAk+9Hf1riP2jZOme5OTh7LPi8OGuWiREwdx33qD38vuewwWCy/F67737AOExllAFu8Ao5EANJEH6095rU9plJ9op12zwRvxXJ/sdzoZvkeJyHGMWxOEXXY18tbkiPivHwiu5tqmIvC1iJOJiLd5j74/lY/zdu/xoMiqYkTB78iqVZ3j51pa2tosdKoWbzGIk8UDKqmG36aYnrVC4696Er95pqqIgbUDoWG3PPNQUUkgq0b8VnaUmRMngU8zbnUdzwKUylwTc0Id4+FUCRvz1oXB96do60eq2sAlm+G1DqgHyAwevWguyNQ087U2ywFqWB8vMCYpC3CSAtsTzxxVlnU+VACeYJoLxdsq6tO2mINZyYEnY8UwvMKwffc78ULqG4YUCzVRtV3VZRuNj1oeg3oAGrofuqVe9XQesrRb5pRuH6pUHmW6VLYEeYGem3FRdzCyBJ2qjZavs4Gh1O8GDTC1wtBbciQKxW7wshS7KskAbxJphx6G77MHUykahHE8fnUD3ssy6XaQRuCKH6KwjRB7z2pdzGMoOj3idpMAVHxkIq21WFIgEwIqD5tmuXXvBnjjCZvgrbC1iHY2lVoUv8AWtn+oEgdjFfV8QmGxlu3jMOQ+GxSB0Mcg71y/i7Brn+RYjAsnnbz2nGxVhwZrx/2a+K/pGTY7Jc1e4mOwT67em2zGCfMIAP1p/3elB36EFFTEEhphLxM9eH/AF+2lvhzbuBHVg/B2/OvMfFXCpCb7detOsZgvsVs49iLS+5eUS1r09V/D8A1taVFLEgR3NY791WkJxzPU1WKt3bTqLhDqwlHUyrDuDSOYNUEGPOoLPM9aWICnr+dUASeZG8Cijy8UAkkEHjaoXAHmMb0Umdx16UDTyRxwKA7JGsxyRzT7yjTrXo0EVnssFYEmJO9bFv2lEFqBRC3LJM78wayMOTTb91Gu/w9h3iknrvQUHYcHp2mo5tsuoeUgSR0PwoY8sdqAzG/NBN6uoDtyPsqUGn6VcPP3UoXndlhQEKyehmqUADrFBqfQpCgNPB7UD/aa1HUciqPmYzvv+FAu32Ua8+XagskawCd/qipcB9nsJ9KjHYd+lUkhjJLSSR6elBSoDJEg6p55rkHc+F/H+Azwoq4PHsMLjQDsuqBJn5H5V2QXzTJ9BXl59laZrleIwV3zF0MN2boaC7mLGWZ1iMkxxNt0ecLdY7XrRMrv1I4PqK9Mr5NJ4Oxrm7eMy/xdkGEy/MrhXPcGDh70KwZTbEC4GiNxBiepqsDnOKyrGNl+dIFsqB7DFBpDDses0HU2sW2ERxcsfSML9awD5h6252B9OvpTEWxfwi43LrwxGDYkBxsUI5VhypHWaQGDLIIIPBHWvEzLC4/LMYc78OhWxMg4rBOf4eMUc7dHjg9aD29YEzwOtWpYg6gOdo6inZJisr8YZa2OyN/Y3kOnE4O571t+qn9eDS7tu5Yc2rqFXX6pFAMgk9we1UTEfHrQlSzbNAHSgYyCGB2Mb9fWgNidJIWfSqPvVfQzQruAdRMdaCQAZkfbVNsTv0qNHWod/WgEmKWTtNNIJmlHbkigGY2qUPtF7ipQNUyPjV3ER9JInSZHyoFIHFFO5IYxztQWjeXqJE0xJBmdutJQqEA9Iq2dRPnA333oGsdUAGDyR6VZnYf3FZbuPwdre7irCRzquAViu5/llt4bHWSscIdX4UHsW2OgSN6ky23414H/FOXAnQ9x4/ltk0h/E9kg6cJinP9IAP30WaFchxCeMjm9lkGFcS6gkEMB+c/dXuY/B4fMcLdw2Ltrcsv5SCeQa5w+Kbi+7gyi9nuAfOs7eK78AaMOIH1rs1m4edCuYY7wdi1wuNZsVk7mLWImWtT0auxwuPs4yyl/C3Fu2mGzKa4LG58+KsPh7yYNrTiGXQWBFeXgMyfKQy4B2tK2xVUJH31bi+ddfneCxuXY8eI/C90WMxtibtoGVxSckEdT+PxruvCXivKPHmXaWQYfMrQ/jYYt57fqvdf7NfF7nijHICq3roXsAFrxb2NxLZmmZ5fffDY9CT7UXdJO2/28etSpH3fMBbwWIa17Q3V+q6qYPQ78GOsVifGJqMQY534qfs/8X5f49ym5kec4a3YzGyg/hr5Q6j66diJ3Hr2rk/GuR4rw5maYdby4ixeT2lpiCWAmIYA8/CrR0z41RI9raT4uP1pf7zsAb4izPbWK4AC+dy0f6RH4mppYiWvFfXyClJn13N3NrAmcSnrEmhGc4YETiQfka4grbn/ADh/7qflU0WiN8TcJ9Hb8qXSY7YZ9gA2n2pJ9FNKu59gJ8pud/drjfY2zy14/O4aJMNhj71tyO5V/wA6dOOnbPMFPu3f9tSuZ+jYP/kf+M1dXpw5/E+a3d0fDoOJS0zUs5tnD+9jbon+S2q/jFYmvXSv+Cir11XD+Qqi18xBsAcz7Mk/eakaufBYq7nV7azjnj6xu3WH/qaF7DM0XLpdupe4WqoxAJK4ooG3bRaQT91M03Ds+KvsP64/CKRKbay8KhcBAvJi0f1o1awvv3oA9EFZdFppVv4gmDruFo+01aCzbIFu0gkwdIG3xp5w9a1Pdwkf5sk/yi6fyqrjYN/8MXGAPmkOR+FK+keQMARI907GocSkmZA2g96TC79N04McYZj/AKf6moTZZvLhHUDb6v6mkfS7UmTsO5oTjbHcfbSJRXLSOwK2yP8AUj8BSWw4ZtPs0mJhixkfbVNjknyx8qG5mL+zhLYY+tBlxttrAn2doD0X9ayYa6ruAzFd+kCgxeNu3ifatB7RXnNeKnymiGYrML2Gzg4jCX7ti7YIFu5bchpHO/217mB8T4zMb7Xs0xN7E4j3faXXLNp/uftrnkwd3GtrtICSYJJiT+de1lmT3bAJuaQeSFkz91UeyuNwvJQfMVf7ywm+kLtzsKzfQil204YHSwJGnn0rS9i2XJUFZ+rE0F/vS2pOlCfh0qnzM8BYJ71aWEjdTRCysyBPoaADmvQ2yP8ApqfvImfIxH9NGLSjlR8avQixMGY43oFDMmImI+K1KaCkf4YPrqIqUHhNmihjqEKp+OoRQPm38oY/KpUoF/vdyYAPzNU+YYmAVVTPc1KlAlcditBkjfcsas42/EG5tM7VVSgO5fdQDcd/gDULbjVq39alSgikFgFPyitIXSDtM8CpUqKvya2HJG071fkUaelXUojDjLVv2hvBtzAYR99JfD20E3WMcwNyf0qVKD3PB2EfHYvTatrOoKgJ4G5rsMxyR8IV1ez83QHf8KlSlWcef9A3GqJB2npTFwRMy+3YbVKlEVawC2gw0lp3lnk/fTUw9tQfKB6A1KlFR7dtPj2ilL7FrwXTDxGkjYevNSpVQIS2uxG89CQKqpUor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ttp://static.ddmcdn.com/gif/windshield-wiper-blades-last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724149"/>
            <a:ext cx="3429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5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4" y="0"/>
            <a:ext cx="10086975" cy="727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83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15"/>
            <a:ext cx="8229600" cy="969885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the Windshield Wiper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/>
              <a:t>Uisng</a:t>
            </a:r>
            <a:r>
              <a:rPr lang="en-US" b="1" u="sng" dirty="0"/>
              <a:t> </a:t>
            </a:r>
            <a:r>
              <a:rPr lang="en-US" b="1" u="sng" dirty="0" err="1"/>
              <a:t>JUnit</a:t>
            </a:r>
            <a:r>
              <a:rPr lang="en-US" b="1" u="sng" dirty="0"/>
              <a:t> </a:t>
            </a:r>
          </a:p>
          <a:p>
            <a:r>
              <a:rPr lang="en-US" dirty="0" err="1"/>
              <a:t>JUnit</a:t>
            </a:r>
            <a:r>
              <a:rPr lang="en-US" dirty="0"/>
              <a:t> test cases that test get-set methods</a:t>
            </a:r>
          </a:p>
          <a:p>
            <a:r>
              <a:rPr lang="en-US" dirty="0" err="1"/>
              <a:t>JUnit</a:t>
            </a:r>
            <a:r>
              <a:rPr lang="en-US" dirty="0"/>
              <a:t> test cases based on its usage – use case based</a:t>
            </a:r>
          </a:p>
          <a:p>
            <a:r>
              <a:rPr lang="en-US" dirty="0" err="1"/>
              <a:t>JUnit</a:t>
            </a:r>
            <a:r>
              <a:rPr lang="en-US" dirty="0"/>
              <a:t> test cases  based on state chart</a:t>
            </a:r>
          </a:p>
        </p:txBody>
      </p:sp>
    </p:spTree>
    <p:extLst>
      <p:ext uri="{BB962C8B-B14F-4D97-AF65-F5344CB8AC3E}">
        <p14:creationId xmlns:p14="http://schemas.microsoft.com/office/powerpoint/2010/main" val="129191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"/>
            <a:ext cx="9144000" cy="800100"/>
          </a:xfrm>
        </p:spPr>
        <p:txBody>
          <a:bodyPr>
            <a:noAutofit/>
          </a:bodyPr>
          <a:lstStyle/>
          <a:p>
            <a:r>
              <a:rPr lang="en-US" sz="3600" b="1" dirty="0"/>
              <a:t>Windshield Wiper : Normal Usage (Use case)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685800"/>
            <a:ext cx="87503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208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/>
          <a:lstStyle/>
          <a:p>
            <a:r>
              <a:rPr lang="en-US" dirty="0"/>
              <a:t>Use-case based test cases - Demo</a:t>
            </a:r>
          </a:p>
        </p:txBody>
      </p:sp>
    </p:spTree>
    <p:extLst>
      <p:ext uri="{BB962C8B-B14F-4D97-AF65-F5344CB8AC3E}">
        <p14:creationId xmlns:p14="http://schemas.microsoft.com/office/powerpoint/2010/main" val="19262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69</Words>
  <Application>Microsoft Macintosh PowerPoint</Application>
  <PresentationFormat>On-screen Show 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CSE 464 : Software Quality Assurance and Testing</vt:lpstr>
      <vt:lpstr>Windshield Wiper Example</vt:lpstr>
      <vt:lpstr>PowerPoint Presentation</vt:lpstr>
      <vt:lpstr>Testing the Windshield Wiper Application</vt:lpstr>
      <vt:lpstr>Windshield Wiper : Normal Usage (Use case)</vt:lpstr>
      <vt:lpstr>Use-case based test cases - Demo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Bhavya Patel (Student)</cp:lastModifiedBy>
  <cp:revision>208</cp:revision>
  <cp:lastPrinted>2011-08-23T15:27:31Z</cp:lastPrinted>
  <dcterms:created xsi:type="dcterms:W3CDTF">2011-08-13T19:09:36Z</dcterms:created>
  <dcterms:modified xsi:type="dcterms:W3CDTF">2025-12-11T20:31:22Z</dcterms:modified>
</cp:coreProperties>
</file>