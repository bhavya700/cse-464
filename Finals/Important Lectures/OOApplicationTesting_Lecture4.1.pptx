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471" r:id="rId3"/>
    <p:sldId id="454" r:id="rId4"/>
    <p:sldId id="438" r:id="rId5"/>
    <p:sldId id="439" r:id="rId6"/>
    <p:sldId id="444" r:id="rId7"/>
    <p:sldId id="445" r:id="rId8"/>
    <p:sldId id="446" r:id="rId9"/>
    <p:sldId id="480" r:id="rId10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auto.howstuffworks.com/wiper3.ht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</a:t>
            </a:r>
            <a:r>
              <a:rPr lang="en-US" b="1" dirty="0">
                <a:solidFill>
                  <a:srgbClr val="000099"/>
                </a:solidFill>
              </a:rPr>
              <a:t>Janaka Balasooriya</a:t>
            </a: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UML Support for Integration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990600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In OO integration testing, sequence diagrams and collaboration diagrams are the basic for integration testing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9812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Quick Review Sequence Diagram:</a:t>
            </a:r>
          </a:p>
          <a:p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/>
              <a:t>Sequence diagrams describes the </a:t>
            </a:r>
            <a:r>
              <a:rPr lang="en-US" sz="2800" b="1" dirty="0">
                <a:solidFill>
                  <a:srgbClr val="0000FF"/>
                </a:solidFill>
              </a:rPr>
              <a:t>dynamic behavior of  objects</a:t>
            </a:r>
          </a:p>
          <a:p>
            <a:pPr lvl="1"/>
            <a:endParaRPr lang="en-US" sz="2800" b="1" dirty="0">
              <a:solidFill>
                <a:srgbClr val="0000FF"/>
              </a:solidFill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/>
              <a:t>It describes </a:t>
            </a:r>
            <a:r>
              <a:rPr lang="en-US" sz="2800" b="1" dirty="0">
                <a:solidFill>
                  <a:srgbClr val="0000FF"/>
                </a:solidFill>
              </a:rPr>
              <a:t>interactions between objects by depicting the time ordering</a:t>
            </a:r>
            <a:r>
              <a:rPr lang="en-US" sz="2800" dirty="0"/>
              <a:t>. In general each use case has one of more sequence diagrams.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233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0"/>
            <a:ext cx="8229600" cy="1143000"/>
          </a:xfrm>
        </p:spPr>
        <p:txBody>
          <a:bodyPr/>
          <a:lstStyle/>
          <a:p>
            <a:r>
              <a:rPr lang="en-US" dirty="0"/>
              <a:t>Windshield Wiper Example</a:t>
            </a:r>
          </a:p>
        </p:txBody>
      </p:sp>
      <p:pic>
        <p:nvPicPr>
          <p:cNvPr id="1026" name="Picture 2" descr="http://static.ddmcdn.com/gif/wiper-contr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4384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9067" y="5486400"/>
            <a:ext cx="2519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auto.howstuffworks.com</a:t>
            </a:r>
            <a:endParaRPr lang="en-US" dirty="0"/>
          </a:p>
        </p:txBody>
      </p:sp>
      <p:sp>
        <p:nvSpPr>
          <p:cNvPr id="4" name="AutoShape 4" descr="data:image/jpeg;base64,/9j/4AAQSkZJRgABAQAAAQABAAD/2wCEAAkGBwgHBgkIBwgKCgkLDRYPDQwMDRsUFRAWIB0iIiAdHx8kKDQsJCYxJx8fLT0tMTU3Ojo6Iys/RD84QzQ5OjcBCgoKDQwNGg8PGjclHyU3Nzc3Nzc3Nzc3Nzc3Nzc3Nzc3Nzc3Nzc3Nzc3Nzc3Nzc3Nzc3Nzc3Nzc3Nzc3Nzc3N//AABEIAHwBjgMBIgACEQEDEQH/xAAcAAACAgMBAQAAAAAAAAAAAAAAAQIEBQYHAwj/xABFEAABAwMCAgYGBgkDAwUBAAABAAIDBAUREiEGMRMUIkFRYVNxgZGToQcjMlKSsRVCYnKCosHR4SQzQ0Rj8DRUc9LxFv/EABYBAQEBAAAAAAAAAAAAAAAAAAABAv/EAB4RAQEBAAICAwEAAAAAAAAAAAABERJRISICQaEx/9oADAMBAAIRAxEAPwDtYKYCWlSWIBCEKgQQhCBYRhNCmBYTAQjKgEIQqBCEIBCaCqEhPuSPLwQc34xul9h4hq+HrTWyw1VzjimoZANXV2tbIZcbcj0bR63qvZeJbjea2hukVXO2grbyymjp9g0MZRudIOWcGTOf3V0iSjpn1sdbJTxGqiYWRzuYC9jTzAPcF4U9mtlPHDFT26ljiglMsTWxACN5BBcPM5O/mqOW8N8WX6RnD9vulXP1uanmq+nABbVQGne5hJx9pj+yRzOGlZS3XS6W+gstUeIppnXO1yT1Ar+jeymcIg8S9kAhgOxG4wfFb6LLa2tpG/o6lxRxuiph0QPQscMOa3wBGx8V523h6yWoyOttooaR0rdDzDTsaXN8DgbjyQc7ivV9oLVcWVNdcTXGhZUQtkmgmZKdQBkhlZjDXZ2a4DAIVq/cSX1lXXh8dTazGKIMgdLG89ucNc7LScZBI/ot3o+GbDRwTQUVmoYYp/8AdayBrQ/G4zt4q1VWy3VL3vqqGnle8NDnPjB+yctz6juPApo0ewz3qsvVZNLNeH0sNZMxr2VdOKdobnDTHjWrdVeK1n0V1VybWyC4MpXPE4I1gh3NbG3hewiu6+2zUArNRf0/V26y49+cc1CPhThyJ8zo7HbWPnYWTFtO3LwTkg7bgoMXw/JWUfEj7bLd6q5Uz6FlQes6C+B+cYy1o2d5+C1ap4mvNHcpITXSvisVW+W5l7cdLA+XSwbDfDcu/hXSLVZrXZ2SMtVvpqJrzl4p4Ws1HxOOalJabdI6qL6Knc6rAbUkxg9MBsA7xQcuqL/fGWd8/wCk6vpKmzQ1zCwsDmmWq207c9Dg0Z8BlWq6p4ro6CUSSXiKmnudLFRNqJqdtY5pDulbqHYAJ041ea6HUWe2TN7dupZA2JsOkxA9hrtTW+oEAgL1udtoLtTdWulHBVw6g7o5ow9uR34PepaOfXipvlHT2GAP4gE1VWTiWnbV076l7WxFwAcOxgEZ8cZ71s30fVtZcOGYaquq3VTpJJDG95b0jY9R0tk0gDpANnYHNZKgsFmtvRdQtVHTiKR0kfRQtbpe5ukuHgdOx8grVFRUtGJRR00UHTSmaURsDdbzzcQO8qWkWAUEp4RpWWqbSmo8lLKrIKQKWUZVEkIUcqCSEgVJXQISQrQE4USUPKQUAjknjKNKim3knhRAUlYgQk5NA8JKQUVQIQhAJAoTUCcVEpE9orSOJeIXRXeptz5p6eGDSPqmH6zUxrt3DcYzjAx6znYN6BGOYRlcvF0tzvtVb2+bpHg+8lZOh4gdbwySOq61SnboXSayT+wdzny/JXKN+CFrY4r1aXMt1QGd4e9jXewZV2n4it0xAfM6nef1Z2lnzOx9iklGYykvNsjXjLC1wxzBypA5QSTS7kKgSUkYQIckKQSKAQQkjKAwjG6EiVA0ICR5IFndDvtIwhQCQ2KkCgqKM7JZ3UVIKiSWEsJFAwFIKOUakRJBGUZUSqJAYQkFJIEjKaCrR5udvhNowjCFkTKSTSmrAISPNNIDCEBCQMFGEkKgQhCAQhCAx4LnXF1huj73V1tPSPqIZy0t6Hdwwxrdx7CuioQcZqLbdWQydFbazXpOMwO2WOoGz0lwlqKKsLYZWDLGtaS533iSM8u5d2csXU8P2eqz01vg1EbuYNJ+WE0c0jvFYz7bYpR44LD/AFCtR3yIjE8M0ef2dYPuW21HAtqlyYJKmDw0yam+4rF1XAcwJ6tcI3f/ACx4/JXlDFGirKPVmgq+ieO6J+n3t5fJZqnvdzhABfFUs/7g0u/EP7LXqzg67xf9NDOO7Q8H5FY+S33OgPap66nx5Et/qE8DodPxPTu2rIJYHfexrb7x/VZelrqWr3pamKQfsuBXJI7xWRHDjHIR3SMLHD/z1K027wvdrnpJGO9JGcn2Ebpg60mudUPEb4yG01z5f8dSNX57/NZ2m4okG1XR6h9+B+fkf6KYNnB3TKxdNfbbUbCpbG8fqy9gj2FW2VtK89mphd6nhB7lRzugTRO2ErD6nBPny3UoY3QQgIQIDdGjt6tR5ck0ZUCOyQ3KHDUMKXkiokJDmpFLCYgwhNRJxv4IGgHCPJHJRQXKOMbo5owqJZQlhMKBhSCQQtxEkJDdB2SgUSU0c1BBPKNKNKgY3TSAwE1YBCF5U9TBUa+rTMk0HDtJzgqj1QkHB2dJBxscHkjW3UGlw1EZxnfCBoQXgEAkAu2aCeaUsjY2OfI4NY0Zc5xwAEDQoxyMkjD4nNc08i07KSAQhaRxfxJVWu9Cha6RkBp2ya4QNRcXEd/qHvQbueaiVy93GM0bOkZV18jsfZc0YG3+Cuh2Wqlr7RRVU4Almha94byBIyVLFi6OSiRup42SKyIY3XoOSQG6lhUa5xJeLNQysp62CGeqkGQx0Y2HiXdy18ScM1rniW2vikb9p9LJqGfDmq/0wWG61NNFebO98j6ZmmamDc6meIxuSPBcjouJZWP6GujDC0YcYo8PHkWlbiOt1FosUmOhq7hF5SU/SAKtFYIw/TTX6Cn2Pbw5pb/CdlplHc4Kt3+iuUZfj/bflrvcTlZVl0uMUPRvqH6Tt2hqx6sqjapLFxEZmlr7fWRsB0u6UNaT46fFectg4jJyaC3n92dv9lrrLnU0rA2OIFru1razZx7ycFWKS7V1U4tigY5w/VcC0+zfdCMp+h76w4daGHzjqcfkvXq12pyC+1XZnnHOXD81jZK6uhd01Xb5OjZz0Odz8wrdNxEKdocJK6laRsQS5p9pUyNc6tPvc8H1UtXdKQt9LEce8tV6hvtRINUdcyrb3jpA0/JRpeK5ZWgNuVPODzZMwbrzqordcvramzwCX09HJocFMOVbBR3eknc2KqlqaWQ7DW/sk/vLMNpGEAiebf8A7i5fPUVFql0yGeroXbOdMwamDwJGxWz8McR00UUkTnyS0jTmKVg1ADvb47FMTlW19Tb6ef8AH/hHUx6ef8f+FCkulDVvEdNVRvfjOnOD7lcUXlVXqbfTz/jT6m308/4/8L3KYUOVVupt9PP+NLqTT/zz/jVkoCHKqvVG8unn/GmaQY/35/x/4VjCai8qqCkBP+9P+P8AwpdTHp5/x/4VhAQ5V4dTHp5/xo6mPTzj+P8AwrAUuasicqq9Tb6ef8f+FOKmEb9Qlldtyc7IXuhX+Jta5xDRXWqrYDQBwZHpOtsunfUM7er1qo+xXJxjzJMB2C//AFJ++S/+VbYXta9rXPa0nkCea8JK+lbN0PTMMm3Zacnc4/NXUeNogmp7dDBUEmRgIOXajjJxv6sK6Oajqad2vbjyK8oqqnlZqZMwjJGc45c1KLKFXp6ynnbrimY5mQA4HY5GRhe4ewuLQ5pcOYB3CBoQhIB24WjUFiu9qiZ1OAY6Bkbo2zY7XRvGc+TiFvKCqNHNivbJXiF72NdK6U9HIMl5bHh2/hpePaspaLZXQ3d9VUsOroZGGUy6ukLn5bpH6u2AtjymmjS2WK5yjRU6y1sj3xuM3a1FhA3HnhQq7Je6x7452kxyR6JMzZD8acfk5bupJow/DVBJbqCSmkj0f6iR7e1qy0uyFfkhme/LKlzG9zQwbKz3JAosuKvV6j/3j/hhaTx9w9UzFt2iq9UgbHAYnsA1fWbYPdjJJ8gugLkddxG119uNPO4VM1PVysaBLgs3IAwf2fDyVkXnVWi4duFbVsofq4nyA4e52W7A9w57O+S6zaqR1vtlLRudrMETWF2OZAXLpb80sHS0uk51NcZQGg+Oe7Zbt9H9xku1idPJM2XRUPY1zXZAAxtn2qWJrZsoCYCeFMQBNLCaAI2WEvXCtjvsZbc7ZTyn7+gBw9RCzRKSo5HfPoSoJ8vslxlpj3RVA6Vvv5/NabX8G8dcNvc6OGWqpgN3QOErCP3TuPUF9G43TTR8vQcViOUw3SgdHMDh3QHo3e1jllaW4UFacUlyYyUnLY5uwc+3+mF3i78O2e9xGO6W6nqMjm+MZC5/fPoTtVSHPs9bPRPxtHJ9bHn27/NXRhqa8XC3tHW4jLEBuc93k5ZinvmDAbbGxzpXDpIp8aQz72DsfYtMruA+OeGMvoA+qgHfSyatvNjv6LBRcRVNLJ1W8Ucwye1HpMT/AGByo7VE/hq6av0ha2wOBwZ429hx8QRuvZvBNqqQZLRc6mL9yXWB7CubWzimkfpZQ3ToT6CsbpA8geS2GG8vjIkqKV7ccp6V2R68j+qg2Co4RvsQIprjT1MfIxzx7keZWpXa1XfhlorKml6KmZ9iSB2sNdzDT4g4K262cUyvA6CtjqRyEc+zvesyb7QVsDqa60pYx4w4ObrYfcnkc+prxS14izC2mkewOEspI058BzB9a2qiuEtNE0SsZWxADtF2l5HrGxWwQWiwVtAaampqWSn+7GBkf1BWu3Dg2vt7nTcP1JfGdzSzH5A9/tU8Ly+XbYaGqtNa4MYOjlxvFIS1357rJdQpvRfMrmf6UayTqt2pn0cw7ntOP/PUs/QXatpGtNPM2op+6OQ5GP2XJxhyrbOoU+veLIx94p9RpvQ/zFUrffqOrc2OQmnmP6kvefI8issN/FTicqq9RpvQ/wAxT6jTei/mKsk4S5qXF29qooabP+18yn1Gm9EPeVZ0o0qYbe1bqNN6L+YoFDTeh+ZVlSWsicqrChpvQ/zFDaWGJ+uOLScc8lWcIwmG1rnEFnrLnWxSwSxxxsDSCchwIdk8vHCpv4YmDo+ryQxnQGySDIJIfq/JbdpS0pqNR/QFzETRD1SJ3R9E4Nc7BGANXr2UZOGa90sIbUQCONwdqwQe/I885W44RhNVpo4YrhDoD6YgxdEIzq0x9hrdY8xjPtWUttjlorsytMrXbVAkOTl+t7SzPqAPvWfSVQDkhCEAhNJAYTCSEDKFEp5yoHlJCMoA8tlzHij6JKe63GouFJVdHPUSOlcfsuy45O49feF05AVHFoPoWq3yYrbk58Xg6YuHuAC6dwhw1S8LWgW6jOphkMjjpA3IA/os4E00LCaEIBIpoQJGE0IFhCZUUDSQeSAoGsfdLJa7vC6K50FPVMP6ssYKvoVHMr39C1irQ59rqKigef1AdcfuPL2YWjV/0a8a8OOfJapOtRN5Oo5dLsebHbfMr6ICRTR8vHia4UMwgv1qHTHYukjdBLjy8VnrZxbTHDYLlLTk8oa1uWerUP7LvFxtdDc4XQ3Gip6mI82yxhwPvWhXz6G+Ha4OfbXVFtld6J2qP8LuXswroxNNextLLSkAf9TRP1gee249q2C2cUzOA6vXxVW+Ojm5j27H81zu5fRTxdYH9NZKhla0d9M/oX+vSTg+9a/PfrrbKgU/ENtzLyzUxGGUjycMZ+YVHeam52u6RdBereWjGz8a2j1Ebj3LB1HCksZdU8L3ITx/adTueM+r/wDd/Nc8tnGUOMMr5qVw36Osb0sfscNx7isp/wD0D6mR04kpHdECWMj1HUfHIIznbZQZ/wDST4nmmvFFJTP/AGmHHrx/bKzVuu1TRxa6WcT03o5Ham4/ZdzC0R11fW9mppIHOYcZew5HqOvZSpjW0c5kYZY43DLS2F/zO4IVHWLfxNbaoYfJ1eTYFkvefI96yXX6b0uP4T/Zcph4gpi3o7j0WknBe05GfNvMfNbBbOIJqd7GUcgrqUHttJyIx5O8fL8lmxr1bt16m9N/Kf7I69Td8uf4T/ZeFBdqCuOiKQNl9HINLvcefsyr+kZ2x57KHq8oKmCdxbFIC4bkd6sBVamlbMA9h0StOWPb3H+o8kqOqMpfFMzo6iP7bM8x94eIRPH0tFGUiUZRDQllGcFBLCRRnZJAIQmAqEhMpJRqbuNacieJlPMyojgMhBIIBa17pB56NAafNzQvao4sbTl3S0cvbkfFBh2oyubKIjkNBIGpwPI7d3csz+iLfmR3UqbtiQP+qHaEhBkz+9gZ8cDKrUvD9rp4p4+qRSdPI+SR72Alxc8vOdvvHb1BB52u+fpGd0baOaJkUAlldKdJBLnDAaRk/YO+22NlCDiLpeh6SkcxlQ10kDula7UwNLskcxy/yspS0FLSf+mp4ogWhh0MAJaCSN/W4n2nxVY2G0OY9rrbS6Xu1OHRDc7/ANz7ygwjuKKvq1TIyjaQZdNM4vHa7LSWuHd9o77qy7ihjallI6gnMzXaJwwF4Z2tOxDcHc9+FknWK1a5Xm20pMw0yZiHbGAN/HYAexTbZraOi00FN9Uex9WOzvnb2p4DtFe65ULKp8HQNeToaX6iQDgE7bepe76pjH6SyX1tjJUoYoqeERQxtjY0bNaMYXo1ZWZ9q/W4/uT/AAymKuP7k/wyrGUZVXZ0r9cj+5P8Io65H9yf4RVnJQhs6VuuR/cn+EUdcZ6Of4RVnKMoeOlbrjPRz/CKOuM9HP8ACKsoQ9elbrkf3J/hFHXI/uT/AAirO6EN+PSr1tno5/hFHW2ejn+EVaQh69fqr1tno5/hFHW2ejn+EVaQh69fqr1tno5/hFPrbPRz/DKsoQ9elbrkf3J/hlHXI/uT/CKsoyhs6VuuR/cn+EUdcj+5P8Iqw0lPKGzpW64z7k/wiq9aKKuhdBW0RqInDDmSU+oH2ELIoVNnTmt8+ivhS4h76KnrLbM/fVTNdoz+4cgezC0K7fRTxDbH9PZZuv6T2dDHQSD2Hb5hfRCRTabOnzDV3fiKxyiHiKgJLdh1yLS4/uyDn7Cr9u4soNQxNVW157nHpYz7t/flfRVTTQ1UboqmCOaNwwWSNDgR7VpN8+ifhW6anw0j7dMf16F2gfhwW/JErRpKiK79G+ojhuLWfZkpJcPHsbv/AChSjdDG/XQ1Do3t20SHo3N/iHZP8QCr3j6Gb7QSGWx10Fa1u7WuJglHqO7T7wtZrK/inh+To7/RT6WOwDXwEt9ko/o5aRvkV3mGI6yJtQ078g1x9X6rvYtgtHEFa1rm0ddFOwDIpqhh1M9Rzn8wuVU/E1sqG4qI6ikLuZZ9az5Yd83LLUsxmGaKsiuDB2hGx4fI31AaXg/wn1o1Ljsdvvbq2RsTp4aeod9mKWI5d+6dWHfn5BW6umrJsf6iCORh7EjYjlv83yXI6ieeobD1ivq+rQP1SCBzQ4gb4dkEOxjyP5LcbDxRUCHo9UNU0ElkMkrmzxt8CTkn3YGcZKzYvPG5tbWnP10HwT/9l6RNqQ/MskRZ4NjIP5qpZb1TXYSiBssb4samyNAyDnBaQSHDIIyO8FZNRL8ta3eqqupb0HUrpC003ZiELnNlfrAxq5NOP78ljW3q70xhhhhllDWlr45IHZGxOrON+7vHgt2IB5pHGc4CrLSReLrCZXRPdNG+UkTS072B2AOyG6T5rdYiTExzhhxaCQmE0DQm7kjuQI8lBTcVFo2QQ6xDnT00ec6caxzyRj3g+4+CYqac8pI/xBVn0FO/U4tOXFxyDyJHd+ftKk62Ux5M07nGMdknvHuQerqqFjw172N1fZy4DPqSiq4JWNe2Vna3aNQXlJb4pNWt8pzkfa5DfYI6lC5u+rAaGgZ8NsoPVtVTu26VmeX2gn08WtsTHAuOcYK8H22F7i4OkYXj9TA0nGPDf25RHbYmya2SStd4tIB7u/Hkgl1ynIbiRpLjjGRkFWI3tfGCxwcPEHKqR22njOQHkaXDBdzyTn817U8bYWNa3JyXEk95zufmoPdCEKgTSTUCKWUnJKCQdupKA5qSoaaQTVAkmkUAg8kkIEFIJIQSSSTCAKEFJBLuSSUkCTCEigEJIQB9ShIyOeN0ckbJI3bEOAIIUzyKTQGjAUGmXz6LuFLuHOFu6jMf+Whd0R9en7J9oXPr19Cd0piZbFc4KsA5bHUAxSD+IZBPsC7qVBNHy/cI+K+GX6r5b5hH9kmti6aJ3lrBIPq1K1T8XW2pa1lfRTUryR9bSSCSMH92TOkb8wcevK+lsAtcCMjvB5Farf8A6NuE7yHvmtTKed+czUjjCcnvIb2SfWDzKui9YoqiGqqWSywvBiidIYowAZNOOye8ANBA7g7ks6Dste4LoRbrMaUTzVHQzOiEs5BeWswxoJAA2a0Dl3LYAs2+WollIboKEZqYCMIHNPvVgEIQqI4TCaE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data:image/jpeg;base64,/9j/4AAQSkZJRgABAQAAAQABAAD/2wCEAAkGBwgHBgkIBwgKCgkLDRYPDQwMDRsUFRAWIB0iIiAdHx8kKDQsJCYxJx8fLT0tMTU3Ojo6Iys/RD84QzQ5OjcBCgoKDQwNGg8PGjclHyU3Nzc3Nzc3Nzc3Nzc3Nzc3Nzc3Nzc3Nzc3Nzc3Nzc3Nzc3Nzc3Nzc3Nzc3Nzc3Nzc3N//AABEIAHwBjgMBIgACEQEDEQH/xAAcAAACAgMBAQAAAAAAAAAAAAAAAQIEBQYHAwj/xABFEAABAwMCAgYGBgkDAwUBAAABAAIDBAUREiEGMRMUIkFRYVNxgZGToQcjMlKSsRVCYnKCosHR4SQzQ0Rj8DRUc9LxFv/EABYBAQEBAAAAAAAAAAAAAAAAAAABAv/EAB4RAQEBAAICAwEAAAAAAAAAAAABERJRISICQaEx/9oADAMBAAIRAxEAPwDtYKYCWlSWIBCEKgQQhCBYRhNCmBYTAQjKgEIQqBCEIBCaCqEhPuSPLwQc34xul9h4hq+HrTWyw1VzjimoZANXV2tbIZcbcj0bR63qvZeJbjea2hukVXO2grbyymjp9g0MZRudIOWcGTOf3V0iSjpn1sdbJTxGqiYWRzuYC9jTzAPcF4U9mtlPHDFT26ljiglMsTWxACN5BBcPM5O/mqOW8N8WX6RnD9vulXP1uanmq+nABbVQGne5hJx9pj+yRzOGlZS3XS6W+gstUeIppnXO1yT1Ar+jeymcIg8S9kAhgOxG4wfFb6LLa2tpG/o6lxRxuiph0QPQscMOa3wBGx8V523h6yWoyOttooaR0rdDzDTsaXN8DgbjyQc7ivV9oLVcWVNdcTXGhZUQtkmgmZKdQBkhlZjDXZ2a4DAIVq/cSX1lXXh8dTazGKIMgdLG89ucNc7LScZBI/ot3o+GbDRwTQUVmoYYp/8AdayBrQ/G4zt4q1VWy3VL3vqqGnle8NDnPjB+yctz6juPApo0ewz3qsvVZNLNeH0sNZMxr2VdOKdobnDTHjWrdVeK1n0V1VybWyC4MpXPE4I1gh3NbG3hewiu6+2zUArNRf0/V26y49+cc1CPhThyJ8zo7HbWPnYWTFtO3LwTkg7bgoMXw/JWUfEj7bLd6q5Uz6FlQes6C+B+cYy1o2d5+C1ap4mvNHcpITXSvisVW+W5l7cdLA+XSwbDfDcu/hXSLVZrXZ2SMtVvpqJrzl4p4Ws1HxOOalJabdI6qL6Knc6rAbUkxg9MBsA7xQcuqL/fGWd8/wCk6vpKmzQ1zCwsDmmWq207c9Dg0Z8BlWq6p4ro6CUSSXiKmnudLFRNqJqdtY5pDulbqHYAJ041ea6HUWe2TN7dupZA2JsOkxA9hrtTW+oEAgL1udtoLtTdWulHBVw6g7o5ow9uR34PepaOfXipvlHT2GAP4gE1VWTiWnbV076l7WxFwAcOxgEZ8cZ71s30fVtZcOGYaquq3VTpJJDG95b0jY9R0tk0gDpANnYHNZKgsFmtvRdQtVHTiKR0kfRQtbpe5ukuHgdOx8grVFRUtGJRR00UHTSmaURsDdbzzcQO8qWkWAUEp4RpWWqbSmo8lLKrIKQKWUZVEkIUcqCSEgVJXQISQrQE4USUPKQUAjknjKNKim3knhRAUlYgQk5NA8JKQUVQIQhAJAoTUCcVEpE9orSOJeIXRXeptz5p6eGDSPqmH6zUxrt3DcYzjAx6znYN6BGOYRlcvF0tzvtVb2+bpHg+8lZOh4gdbwySOq61SnboXSayT+wdzny/JXKN+CFrY4r1aXMt1QGd4e9jXewZV2n4it0xAfM6nef1Z2lnzOx9iklGYykvNsjXjLC1wxzBypA5QSTS7kKgSUkYQIckKQSKAQQkjKAwjG6EiVA0ICR5IFndDvtIwhQCQ2KkCgqKM7JZ3UVIKiSWEsJFAwFIKOUakRJBGUZUSqJAYQkFJIEjKaCrR5udvhNowjCFkTKSTSmrAISPNNIDCEBCQMFGEkKgQhCAQhCAx4LnXF1huj73V1tPSPqIZy0t6Hdwwxrdx7CuioQcZqLbdWQydFbazXpOMwO2WOoGz0lwlqKKsLYZWDLGtaS533iSM8u5d2csXU8P2eqz01vg1EbuYNJ+WE0c0jvFYz7bYpR44LD/AFCtR3yIjE8M0ef2dYPuW21HAtqlyYJKmDw0yam+4rF1XAcwJ6tcI3f/ACx4/JXlDFGirKPVmgq+ieO6J+n3t5fJZqnvdzhABfFUs/7g0u/EP7LXqzg67xf9NDOO7Q8H5FY+S33OgPap66nx5Et/qE8DodPxPTu2rIJYHfexrb7x/VZelrqWr3pamKQfsuBXJI7xWRHDjHIR3SMLHD/z1K027wvdrnpJGO9JGcn2Ebpg60mudUPEb4yG01z5f8dSNX57/NZ2m4okG1XR6h9+B+fkf6KYNnB3TKxdNfbbUbCpbG8fqy9gj2FW2VtK89mphd6nhB7lRzugTRO2ErD6nBPny3UoY3QQgIQIDdGjt6tR5ck0ZUCOyQ3KHDUMKXkiokJDmpFLCYgwhNRJxv4IGgHCPJHJRQXKOMbo5owqJZQlhMKBhSCQQtxEkJDdB2SgUSU0c1BBPKNKNKgY3TSAwE1YBCF5U9TBUa+rTMk0HDtJzgqj1QkHB2dJBxscHkjW3UGlw1EZxnfCBoQXgEAkAu2aCeaUsjY2OfI4NY0Zc5xwAEDQoxyMkjD4nNc08i07KSAQhaRxfxJVWu9Cha6RkBp2ya4QNRcXEd/qHvQbueaiVy93GM0bOkZV18jsfZc0YG3+Cuh2Wqlr7RRVU4Almha94byBIyVLFi6OSiRup42SKyIY3XoOSQG6lhUa5xJeLNQysp62CGeqkGQx0Y2HiXdy18ScM1rniW2vikb9p9LJqGfDmq/0wWG61NNFebO98j6ZmmamDc6meIxuSPBcjouJZWP6GujDC0YcYo8PHkWlbiOt1FosUmOhq7hF5SU/SAKtFYIw/TTX6Cn2Pbw5pb/CdlplHc4Kt3+iuUZfj/bflrvcTlZVl0uMUPRvqH6Tt2hqx6sqjapLFxEZmlr7fWRsB0u6UNaT46fFectg4jJyaC3n92dv9lrrLnU0rA2OIFru1razZx7ycFWKS7V1U4tigY5w/VcC0+zfdCMp+h76w4daGHzjqcfkvXq12pyC+1XZnnHOXD81jZK6uhd01Xb5OjZz0Odz8wrdNxEKdocJK6laRsQS5p9pUyNc6tPvc8H1UtXdKQt9LEce8tV6hvtRINUdcyrb3jpA0/JRpeK5ZWgNuVPODzZMwbrzqordcvramzwCX09HJocFMOVbBR3eknc2KqlqaWQ7DW/sk/vLMNpGEAiebf8A7i5fPUVFql0yGeroXbOdMwamDwJGxWz8McR00UUkTnyS0jTmKVg1ADvb47FMTlW19Tb6ef8AH/hHUx6ef8f+FCkulDVvEdNVRvfjOnOD7lcUXlVXqbfTz/jT6m308/4/8L3KYUOVVupt9PP+NLqTT/zz/jVkoCHKqvVG8unn/GmaQY/35/x/4VjCai8qqCkBP+9P+P8AwpdTHp5/x/4VhAQ5V4dTHp5/xo6mPTzj+P8AwrAUuasicqq9Tb6ef8f+FOKmEb9Qlldtyc7IXuhX+Jta5xDRXWqrYDQBwZHpOtsunfUM7er1qo+xXJxjzJMB2C//AFJ++S/+VbYXta9rXPa0nkCea8JK+lbN0PTMMm3Zacnc4/NXUeNogmp7dDBUEmRgIOXajjJxv6sK6Oajqad2vbjyK8oqqnlZqZMwjJGc45c1KLKFXp6ynnbrimY5mQA4HY5GRhe4ewuLQ5pcOYB3CBoQhIB24WjUFiu9qiZ1OAY6Bkbo2zY7XRvGc+TiFvKCqNHNivbJXiF72NdK6U9HIMl5bHh2/hpePaspaLZXQ3d9VUsOroZGGUy6ukLn5bpH6u2AtjymmjS2WK5yjRU6y1sj3xuM3a1FhA3HnhQq7Je6x7452kxyR6JMzZD8acfk5bupJow/DVBJbqCSmkj0f6iR7e1qy0uyFfkhme/LKlzG9zQwbKz3JAosuKvV6j/3j/hhaTx9w9UzFt2iq9UgbHAYnsA1fWbYPdjJJ8gugLkddxG119uNPO4VM1PVysaBLgs3IAwf2fDyVkXnVWi4duFbVsofq4nyA4e52W7A9w57O+S6zaqR1vtlLRudrMETWF2OZAXLpb80sHS0uk51NcZQGg+Oe7Zbt9H9xku1idPJM2XRUPY1zXZAAxtn2qWJrZsoCYCeFMQBNLCaAI2WEvXCtjvsZbc7ZTyn7+gBw9RCzRKSo5HfPoSoJ8vslxlpj3RVA6Vvv5/NabX8G8dcNvc6OGWqpgN3QOErCP3TuPUF9G43TTR8vQcViOUw3SgdHMDh3QHo3e1jllaW4UFacUlyYyUnLY5uwc+3+mF3i78O2e9xGO6W6nqMjm+MZC5/fPoTtVSHPs9bPRPxtHJ9bHn27/NXRhqa8XC3tHW4jLEBuc93k5ZinvmDAbbGxzpXDpIp8aQz72DsfYtMruA+OeGMvoA+qgHfSyatvNjv6LBRcRVNLJ1W8Ucwye1HpMT/AGByo7VE/hq6av0ha2wOBwZ429hx8QRuvZvBNqqQZLRc6mL9yXWB7CubWzimkfpZQ3ToT6CsbpA8geS2GG8vjIkqKV7ccp6V2R68j+qg2Co4RvsQIprjT1MfIxzx7keZWpXa1XfhlorKml6KmZ9iSB2sNdzDT4g4K262cUyvA6CtjqRyEc+zvesyb7QVsDqa60pYx4w4ObrYfcnkc+prxS14izC2mkewOEspI058BzB9a2qiuEtNE0SsZWxADtF2l5HrGxWwQWiwVtAaampqWSn+7GBkf1BWu3Dg2vt7nTcP1JfGdzSzH5A9/tU8Ly+XbYaGqtNa4MYOjlxvFIS1357rJdQpvRfMrmf6UayTqt2pn0cw7ntOP/PUs/QXatpGtNPM2op+6OQ5GP2XJxhyrbOoU+veLIx94p9RpvQ/zFUrffqOrc2OQmnmP6kvefI8issN/FTicqq9RpvQ/wAxT6jTei/mKsk4S5qXF29qooabP+18yn1Gm9EPeVZ0o0qYbe1bqNN6L+YoFDTeh+ZVlSWsicqrChpvQ/zFDaWGJ+uOLScc8lWcIwmG1rnEFnrLnWxSwSxxxsDSCchwIdk8vHCpv4YmDo+ryQxnQGySDIJIfq/JbdpS0pqNR/QFzETRD1SJ3R9E4Nc7BGANXr2UZOGa90sIbUQCONwdqwQe/I885W44RhNVpo4YrhDoD6YgxdEIzq0x9hrdY8xjPtWUttjlorsytMrXbVAkOTl+t7SzPqAPvWfSVQDkhCEAhNJAYTCSEDKFEp5yoHlJCMoA8tlzHij6JKe63GouFJVdHPUSOlcfsuy45O49feF05AVHFoPoWq3yYrbk58Xg6YuHuAC6dwhw1S8LWgW6jOphkMjjpA3IA/os4E00LCaEIBIpoQJGE0IFhCZUUDSQeSAoGsfdLJa7vC6K50FPVMP6ssYKvoVHMr39C1irQ59rqKigef1AdcfuPL2YWjV/0a8a8OOfJapOtRN5Oo5dLsebHbfMr6ICRTR8vHia4UMwgv1qHTHYukjdBLjy8VnrZxbTHDYLlLTk8oa1uWerUP7LvFxtdDc4XQ3Gip6mI82yxhwPvWhXz6G+Ha4OfbXVFtld6J2qP8LuXswroxNNextLLSkAf9TRP1gee249q2C2cUzOA6vXxVW+Ojm5j27H81zu5fRTxdYH9NZKhla0d9M/oX+vSTg+9a/PfrrbKgU/ENtzLyzUxGGUjycMZ+YVHeam52u6RdBereWjGz8a2j1Ebj3LB1HCksZdU8L3ITx/adTueM+r/wDd/Nc8tnGUOMMr5qVw36Osb0sfscNx7isp/wD0D6mR04kpHdECWMj1HUfHIIznbZQZ/wDST4nmmvFFJTP/AGmHHrx/bKzVuu1TRxa6WcT03o5Ham4/ZdzC0R11fW9mppIHOYcZew5HqOvZSpjW0c5kYZY43DLS2F/zO4IVHWLfxNbaoYfJ1eTYFkvefI96yXX6b0uP4T/Zcph4gpi3o7j0WknBe05GfNvMfNbBbOIJqd7GUcgrqUHttJyIx5O8fL8lmxr1bt16m9N/Kf7I69Td8uf4T/ZeFBdqCuOiKQNl9HINLvcefsyr+kZ2x57KHq8oKmCdxbFIC4bkd6sBVamlbMA9h0StOWPb3H+o8kqOqMpfFMzo6iP7bM8x94eIRPH0tFGUiUZRDQllGcFBLCRRnZJAIQmAqEhMpJRqbuNacieJlPMyojgMhBIIBa17pB56NAafNzQvao4sbTl3S0cvbkfFBh2oyubKIjkNBIGpwPI7d3csz+iLfmR3UqbtiQP+qHaEhBkz+9gZ8cDKrUvD9rp4p4+qRSdPI+SR72Alxc8vOdvvHb1BB52u+fpGd0baOaJkUAlldKdJBLnDAaRk/YO+22NlCDiLpeh6SkcxlQ10kDula7UwNLskcxy/yspS0FLSf+mp4ogWhh0MAJaCSN/W4n2nxVY2G0OY9rrbS6Xu1OHRDc7/ANz7ygwjuKKvq1TIyjaQZdNM4vHa7LSWuHd9o77qy7ihjallI6gnMzXaJwwF4Z2tOxDcHc9+FknWK1a5Xm20pMw0yZiHbGAN/HYAexTbZraOi00FN9Uex9WOzvnb2p4DtFe65ULKp8HQNeToaX6iQDgE7bepe76pjH6SyX1tjJUoYoqeERQxtjY0bNaMYXo1ZWZ9q/W4/uT/AAymKuP7k/wyrGUZVXZ0r9cj+5P8Io65H9yf4RVnJQhs6VuuR/cn+EUdcZ6Of4RVnKMoeOlbrjPRz/CKOuM9HP8ACKsoQ9elbrkf3J/hFHXI/uT/AAirO6EN+PSr1tno5/hFHW2ejn+EVaQh69fqr1tno5/hFHW2ejn+EVaQh69fqr1tno5/hFPrbPRz/DKsoQ9elbrkf3J/hlHXI/uT/CKsoyhs6VuuR/cn+EUdcj+5P8Iqw0lPKGzpW64z7k/wiq9aKKuhdBW0RqInDDmSU+oH2ELIoVNnTmt8+ivhS4h76KnrLbM/fVTNdoz+4cgezC0K7fRTxDbH9PZZuv6T2dDHQSD2Hb5hfRCRTabOnzDV3fiKxyiHiKgJLdh1yLS4/uyDn7Cr9u4soNQxNVW157nHpYz7t/flfRVTTQ1UboqmCOaNwwWSNDgR7VpN8+ifhW6anw0j7dMf16F2gfhwW/JErRpKiK79G+ojhuLWfZkpJcPHsbv/AChSjdDG/XQ1Do3t20SHo3N/iHZP8QCr3j6Gb7QSGWx10Fa1u7WuJglHqO7T7wtZrK/inh+To7/RT6WOwDXwEt9ko/o5aRvkV3mGI6yJtQ078g1x9X6rvYtgtHEFa1rm0ddFOwDIpqhh1M9Rzn8wuVU/E1sqG4qI6ikLuZZ9az5Yd83LLUsxmGaKsiuDB2hGx4fI31AaXg/wn1o1Ljsdvvbq2RsTp4aeod9mKWI5d+6dWHfn5BW6umrJsf6iCORh7EjYjlv83yXI6ieeobD1ivq+rQP1SCBzQ4gb4dkEOxjyP5LcbDxRUCHo9UNU0ElkMkrmzxt8CTkn3YGcZKzYvPG5tbWnP10HwT/9l6RNqQ/MskRZ4NjIP5qpZb1TXYSiBssb4samyNAyDnBaQSHDIIyO8FZNRL8ta3eqqupb0HUrpC003ZiELnNlfrAxq5NOP78ljW3q70xhhhhllDWlr45IHZGxOrON+7vHgt2IB5pHGc4CrLSReLrCZXRPdNG+UkTS072B2AOyG6T5rdYiTExzhhxaCQmE0DQm7kjuQI8lBTcVFo2QQ6xDnT00ec6caxzyRj3g+4+CYqac8pI/xBVn0FO/U4tOXFxyDyJHd+ftKk62Ux5M07nGMdknvHuQerqqFjw172N1fZy4DPqSiq4JWNe2Vna3aNQXlJb4pNWt8pzkfa5DfYI6lC5u+rAaGgZ8NsoPVtVTu26VmeX2gn08WtsTHAuOcYK8H22F7i4OkYXj9TA0nGPDf25RHbYmya2SStd4tIB7u/Hkgl1ynIbiRpLjjGRkFWI3tfGCxwcPEHKqR22njOQHkaXDBdzyTn817U8bYWNa3JyXEk95zufmoPdCEKgTSTUCKWUnJKCQdupKA5qSoaaQTVAkmkUAg8kkIEFIJIQSSSTCAKEFJBLuSSUkCTCEigEJIQB9ShIyOeN0ckbJI3bEOAIIUzyKTQGjAUGmXz6LuFLuHOFu6jMf+Whd0R9en7J9oXPr19Cd0piZbFc4KsA5bHUAxSD+IZBPsC7qVBNHy/cI+K+GX6r5b5hH9kmti6aJ3lrBIPq1K1T8XW2pa1lfRTUryR9bSSCSMH92TOkb8wcevK+lsAtcCMjvB5Farf8A6NuE7yHvmtTKed+czUjjCcnvIb2SfWDzKui9YoqiGqqWSywvBiidIYowAZNOOye8ANBA7g7ks6Dste4LoRbrMaUTzVHQzOiEs5BeWswxoJAA2a0Dl3LYAs2+WollIboKEZqYCMIHNPvVgEIQqI4TCaEH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jpeg;base64,/9j/4AAQSkZJRgABAQAAAQABAAD/2wCEAAkGBwgHBgkIBwgKCgkLDRYPDQwMDRsUFRAWIB0iIiAdHx8kKDQsJCYxJx8fLT0tMTU3Ojo6Iys/RD84QzQ5OjcBCgoKDQwNGg8PGjclHyU3Nzc3Nzc3Nzc3Nzc3Nzc3Nzc3Nzc3Nzc3Nzc3Nzc3Nzc3Nzc3Nzc3Nzc3Nzc3Nzc3N//AABEIAHcAswMBIgACEQEDEQH/xAAbAAACAwEBAQAAAAAAAAAAAAACAwABBAYFB//EAD4QAAIBAgUCAwQHBgQHAAAAAAECEQADBAUSITFBUQYiYRMycYEUQpGhscHRBxUjUnLwMzSDkhZTgpOjsuH/xAAWAQEBAQAAAAAAAAAAAAAAAAAAAQL/xAAZEQEBAQEBAQAAAAAAAAAAAAAAEQEhElH/2gAMAwEAAhEDEQA/APdtJqRonc072fvKAsNudue9Db02lICnYzVNpuMqGGhtRB5jp8qoDN/paZdiXy5UbFi2fZBv5o2rN4Mxj5r4YsYy5iTdxNtzaxassPacHg79eh25r1AWklgERROo7VyGc3sR4L8QL4kwdj2uXYuLWZ4VeHHAYdJ7H9ag7q0ZmBM7/wDyorjVPrEdqHD3LWKtJjMC4vZfeAfD3kkgqeh7MOCKZp3UgAQZ4qATcYqzqodNIK6TBNLe0lwjzDQTq2P6U3ZbbaQAd+BQAMROnzJMTwT3oCVFVJG89qZbtMAOI6g9KG2gdwytpII1bcjfaj+k2zca0rS6+8OwNBRtK7EEdeRWe7bNtgvI71q1bjihuDVA8u4IMmgxySSrAH9KJwDyJFXwz6TqjoKKCYqgCd6XG4MQeTHemld6F17bb9KAydlUGNR3qXwqooWNXb86iJOItjcluO1b8ThAmHcnlRtPQUHjARoBMH4zVuN6I+9tHO9VcG4oF7ydoFBHHxphO+9A0RqIPyoKirqA7CealAYPWOtaRp0s6SWA3XqfSkPYJSCA0xtRLbdnI4iN6DQqkqZ31cSPSs2YYBcfg7uExFtXtXU03B61pUC44YyCOsUyyZLgtrOrfeY9Kg4X9mWYXPDed43wjmrk4S84NtmPusSArjsDsD6x3Nd7iLD2cS9m+pHs2BUz73Y1xnj/AChzZs5vh1NzE4NT7Udb1k7Opj039K6TwZ4gw/izw37RrpfMMuizeZ9mupHlcj1G/wAQaDaesdaW+rWDvseO+1MEFRpiPSqAjcxzVEGohYHDAneIpiG21nWpkHrFUnuiTJ+FEGVV42HJqaIPd3G/pQMF1KxiYjc7/KrnznbalaZII6Ht1oKuiCCG6zNQjyjeruBgo0gsT27VXUSOKoGORt8YqnnaRMRRMJ60DTz19KBttihtsOVNa7l9rlpkZm3+sDHWvPcgWWk7DnatFkQibCIgUGVgQ5EbULDbmjuroumNhSyelAB4HbrQlYk8zRMJEcb9Kjd6BW53BNSiIq6D00tAqd49azLZvKVK3A6gyWIkn+9q32t7Qbr1AoXDe0UIoaHAO/A71BnS25cEjjgA/jVlHR/KoAYyx616CWCr69Xlgz2FGuEKoouXTcIHJABPxiqPKxFv6QjKQGEbqRsfSviviXK28N+JXtG7esYO+2u3essRpUk9udJ3ivvv0eza1NAk+9Hf1riP2jZOme5OTh7LPi8OGuWiREwdx33qD38vuewwWCy/F67737AOExllAFu8Ao5EANJEH6095rU9plJ9op12zwRvxXJ/sdzoZvkeJyHGMWxOEXXY18tbkiPivHwiu5tqmIvC1iJOJiLd5j74/lY/zdu/xoMiqYkTB78iqVZ3j51pa2tosdKoWbzGIk8UDKqmG36aYnrVC4696Er95pqqIgbUDoWG3PPNQUUkgq0b8VnaUmRMngU8zbnUdzwKUylwTc0Id4+FUCRvz1oXB96do60eq2sAlm+G1DqgHyAwevWguyNQ087U2ywFqWB8vMCYpC3CSAtsTzxxVlnU+VACeYJoLxdsq6tO2mINZyYEnY8UwvMKwffc78ULqG4YUCzVRtV3VZRuNj1oeg3oAGrofuqVe9XQesrRb5pRuH6pUHmW6VLYEeYGem3FRdzCyBJ2qjZavs4Gh1O8GDTC1wtBbciQKxW7wshS7KskAbxJphx6G77MHUykahHE8fnUD3ssy6XaQRuCKH6KwjRB7z2pdzGMoOj3idpMAVHxkIq21WFIgEwIqD5tmuXXvBnjjCZvgrbC1iHY2lVoUv8AWtn+oEgdjFfV8QmGxlu3jMOQ+GxSB0Mcg71y/i7Brn+RYjAsnnbz2nGxVhwZrx/2a+K/pGTY7Jc1e4mOwT67em2zGCfMIAP1p/3elB36EFFTEEhphLxM9eH/AF+2lvhzbuBHVg/B2/OvMfFXCpCb7detOsZgvsVs49iLS+5eUS1r09V/D8A1taVFLEgR3NY791WkJxzPU1WKt3bTqLhDqwlHUyrDuDSOYNUEGPOoLPM9aWICnr+dUASeZG8Cijy8UAkkEHjaoXAHmMb0Umdx16UDTyRxwKA7JGsxyRzT7yjTrXo0EVnssFYEmJO9bFv2lEFqBRC3LJM78wayMOTTb91Gu/w9h3iknrvQUHYcHp2mo5tsuoeUgSR0PwoY8sdqAzG/NBN6uoDtyPsqUGn6VcPP3UoXndlhQEKyehmqUADrFBqfQpCgNPB7UD/aa1HUciqPmYzvv+FAu32Ua8+XagskawCd/qipcB9nsJ9KjHYd+lUkhjJLSSR6elBSoDJEg6p55rkHc+F/H+Azwoq4PHsMLjQDsuqBJn5H5V2QXzTJ9BXl59laZrleIwV3zF0MN2boaC7mLGWZ1iMkxxNt0ecLdY7XrRMrv1I4PqK9Mr5NJ4Oxrm7eMy/xdkGEy/MrhXPcGDh70KwZTbEC4GiNxBiepqsDnOKyrGNl+dIFsqB7DFBpDDses0HU2sW2ERxcsfSML9awD5h6252B9OvpTEWxfwi43LrwxGDYkBxsUI5VhypHWaQGDLIIIPBHWvEzLC4/LMYc78OhWxMg4rBOf4eMUc7dHjg9aD29YEzwOtWpYg6gOdo6inZJisr8YZa2OyN/Y3kOnE4O571t+qn9eDS7tu5Yc2rqFXX6pFAMgk9we1UTEfHrQlSzbNAHSgYyCGB2Mb9fWgNidJIWfSqPvVfQzQruAdRMdaCQAZkfbVNsTv0qNHWod/WgEmKWTtNNIJmlHbkigGY2qUPtF7ipQNUyPjV3ER9JInSZHyoFIHFFO5IYxztQWjeXqJE0xJBmdutJQqEA9Iq2dRPnA333oGsdUAGDyR6VZnYf3FZbuPwdre7irCRzquAViu5/llt4bHWSscIdX4UHsW2OgSN6ky23414H/FOXAnQ9x4/ltk0h/E9kg6cJinP9IAP30WaFchxCeMjm9lkGFcS6gkEMB+c/dXuY/B4fMcLdw2Ltrcsv5SCeQa5w+Kbi+7gyi9nuAfOs7eK78AaMOIH1rs1m4edCuYY7wdi1wuNZsVk7mLWImWtT0auxwuPs4yyl/C3Fu2mGzKa4LG58+KsPh7yYNrTiGXQWBFeXgMyfKQy4B2tK2xVUJH31bi+ddfneCxuXY8eI/C90WMxtibtoGVxSckEdT+PxruvCXivKPHmXaWQYfMrQ/jYYt57fqvdf7NfF7nijHICq3roXsAFrxb2NxLZmmZ5fffDY9CT7UXdJO2/28etSpH3fMBbwWIa17Q3V+q6qYPQ78GOsVifGJqMQY534qfs/8X5f49ym5kec4a3YzGyg/hr5Q6j66diJ3Hr2rk/GuR4rw5maYdby4ixeT2lpiCWAmIYA8/CrR0z41RI9raT4uP1pf7zsAb4izPbWK4AC+dy0f6RH4mppYiWvFfXyClJn13N3NrAmcSnrEmhGc4YETiQfka4grbn/ADh/7qflU0WiN8TcJ9Hb8qXSY7YZ9gA2n2pJ9FNKu59gJ8pud/drjfY2zy14/O4aJMNhj71tyO5V/wA6dOOnbPMFPu3f9tSuZ+jYP/kf+M1dXpw5/E+a3d0fDoOJS0zUs5tnD+9jbon+S2q/jFYmvXSv+Cir11XD+Qqi18xBsAcz7Mk/eakaufBYq7nV7azjnj6xu3WH/qaF7DM0XLpdupe4WqoxAJK4ooG3bRaQT91M03Ds+KvsP64/CKRKbay8KhcBAvJi0f1o1awvv3oA9EFZdFppVv4gmDruFo+01aCzbIFu0gkwdIG3xp5w9a1Pdwkf5sk/yi6fyqrjYN/8MXGAPmkOR+FK+keQMARI907GocSkmZA2g96TC79N04McYZj/AKf6moTZZvLhHUDb6v6mkfS7UmTsO5oTjbHcfbSJRXLSOwK2yP8AUj8BSWw4ZtPs0mJhixkfbVNjknyx8qG5mL+zhLYY+tBlxttrAn2doD0X9ayYa6ruAzFd+kCgxeNu3ifatB7RXnNeKnymiGYrML2Gzg4jCX7ti7YIFu5bchpHO/217mB8T4zMb7Xs0xN7E4j3faXXLNp/uftrnkwd3GtrtICSYJJiT+de1lmT3bAJuaQeSFkz91UeyuNwvJQfMVf7ywm+kLtzsKzfQil204YHSwJGnn0rS9i2XJUFZ+rE0F/vS2pOlCfh0qnzM8BYJ71aWEjdTRCysyBPoaADmvQ2yP8ApqfvImfIxH9NGLSjlR8avQixMGY43oFDMmImI+K1KaCkf4YPrqIqUHhNmihjqEKp+OoRQPm38oY/KpUoF/vdyYAPzNU+YYmAVVTPc1KlAlcditBkjfcsas42/EG5tM7VVSgO5fdQDcd/gDULbjVq39alSgikFgFPyitIXSDtM8CpUqKvya2HJG071fkUaelXUojDjLVv2hvBtzAYR99JfD20E3WMcwNyf0qVKD3PB2EfHYvTatrOoKgJ4G5rsMxyR8IV1ez83QHf8KlSlWcef9A3GqJB2npTFwRMy+3YbVKlEVawC2gw0lp3lnk/fTUw9tQfKB6A1KlFR7dtPj2ilL7FrwXTDxGkjYevNSpVQIS2uxG89CQKqpUor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http://static.ddmcdn.com/gif/windshield-wiper-blades-last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724149"/>
            <a:ext cx="3429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59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6975" cy="727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83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Windshield Wiper Objects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43000"/>
            <a:ext cx="6328514" cy="474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45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/>
              <a:t>Windshield Wiper System 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275194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15"/>
            <a:ext cx="8229600" cy="969885"/>
          </a:xfrm>
        </p:spPr>
        <p:txBody>
          <a:bodyPr/>
          <a:lstStyle/>
          <a:p>
            <a:r>
              <a:rPr lang="en-US" dirty="0"/>
              <a:t>Implementation : Objects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19200"/>
            <a:ext cx="6561639" cy="274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00200" y="5029200"/>
            <a:ext cx="6629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See implementation  posted in the class website</a:t>
            </a:r>
          </a:p>
        </p:txBody>
      </p:sp>
    </p:spTree>
    <p:extLst>
      <p:ext uri="{BB962C8B-B14F-4D97-AF65-F5344CB8AC3E}">
        <p14:creationId xmlns:p14="http://schemas.microsoft.com/office/powerpoint/2010/main" val="382648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15"/>
            <a:ext cx="8229600" cy="969885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the Windshield Wiper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err="1"/>
              <a:t>Uisng</a:t>
            </a:r>
            <a:r>
              <a:rPr lang="en-US" b="1" u="sng" dirty="0"/>
              <a:t> </a:t>
            </a:r>
            <a:r>
              <a:rPr lang="en-US" b="1" u="sng" dirty="0" err="1"/>
              <a:t>JUnit</a:t>
            </a:r>
            <a:r>
              <a:rPr lang="en-US" b="1" u="sng" dirty="0"/>
              <a:t> </a:t>
            </a:r>
          </a:p>
          <a:p>
            <a:r>
              <a:rPr lang="en-US" dirty="0" err="1"/>
              <a:t>JUnit</a:t>
            </a:r>
            <a:r>
              <a:rPr lang="en-US" dirty="0"/>
              <a:t> test cases that test get-set methods</a:t>
            </a:r>
          </a:p>
          <a:p>
            <a:r>
              <a:rPr lang="en-US" dirty="0" err="1"/>
              <a:t>JUnit</a:t>
            </a:r>
            <a:r>
              <a:rPr lang="en-US" dirty="0"/>
              <a:t> test cases based on its usage – use case based</a:t>
            </a:r>
          </a:p>
          <a:p>
            <a:r>
              <a:rPr lang="en-US" dirty="0" err="1"/>
              <a:t>JUnit</a:t>
            </a:r>
            <a:r>
              <a:rPr lang="en-US" dirty="0"/>
              <a:t> test cases  based on state chart</a:t>
            </a:r>
          </a:p>
        </p:txBody>
      </p:sp>
    </p:spTree>
    <p:extLst>
      <p:ext uri="{BB962C8B-B14F-4D97-AF65-F5344CB8AC3E}">
        <p14:creationId xmlns:p14="http://schemas.microsoft.com/office/powerpoint/2010/main" val="129191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/>
          <a:lstStyle/>
          <a:p>
            <a:r>
              <a:rPr lang="en-US" dirty="0"/>
              <a:t>Get-set test cases - Demo</a:t>
            </a:r>
          </a:p>
        </p:txBody>
      </p:sp>
    </p:spTree>
    <p:extLst>
      <p:ext uri="{BB962C8B-B14F-4D97-AF65-F5344CB8AC3E}">
        <p14:creationId xmlns:p14="http://schemas.microsoft.com/office/powerpoint/2010/main" val="81007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2432</TotalTime>
  <Words>133</Words>
  <Application>Microsoft Office PowerPoint</Application>
  <PresentationFormat>On-screen Show (4:3)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CSE 464 : Software Quality Assurance and Testing</vt:lpstr>
      <vt:lpstr>UML Support for Integration Testing</vt:lpstr>
      <vt:lpstr>Windshield Wiper Example</vt:lpstr>
      <vt:lpstr>PowerPoint Presentation</vt:lpstr>
      <vt:lpstr>Windshield Wiper Objects</vt:lpstr>
      <vt:lpstr>Windshield Wiper System  Implementation </vt:lpstr>
      <vt:lpstr>Implementation : Objects</vt:lpstr>
      <vt:lpstr>Testing the Windshield Wiper Application</vt:lpstr>
      <vt:lpstr>Get-set test cases - Demo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208</cp:revision>
  <cp:lastPrinted>2011-08-23T15:27:31Z</cp:lastPrinted>
  <dcterms:created xsi:type="dcterms:W3CDTF">2011-08-13T19:09:36Z</dcterms:created>
  <dcterms:modified xsi:type="dcterms:W3CDTF">2022-04-06T02:54:37Z</dcterms:modified>
</cp:coreProperties>
</file>