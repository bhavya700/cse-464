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256" r:id="rId2"/>
    <p:sldId id="469" r:id="rId3"/>
    <p:sldId id="470" r:id="rId4"/>
    <p:sldId id="478" r:id="rId5"/>
    <p:sldId id="481" r:id="rId6"/>
    <p:sldId id="477" r:id="rId7"/>
    <p:sldId id="471" r:id="rId8"/>
  </p:sldIdLst>
  <p:sldSz cx="9144000" cy="6858000" type="screen4x3"/>
  <p:notesSz cx="6881813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99"/>
    <a:srgbClr val="FFFFFF"/>
    <a:srgbClr val="FF0000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41" autoAdjust="0"/>
    <p:restoredTop sz="94660"/>
  </p:normalViewPr>
  <p:slideViewPr>
    <p:cSldViewPr>
      <p:cViewPr varScale="1">
        <p:scale>
          <a:sx n="86" d="100"/>
          <a:sy n="86" d="100"/>
        </p:scale>
        <p:origin x="936" y="45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2913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97313" y="0"/>
            <a:ext cx="2982912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1D3836-5C8F-4F3B-AAC1-41DEBED35A55}" type="datetimeFigureOut">
              <a:rPr lang="en-US" smtClean="0"/>
              <a:pPr/>
              <a:t>3/29/2022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675"/>
            <a:ext cx="2982913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97313" y="8829675"/>
            <a:ext cx="2982912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3B345C-6C28-4CAF-9AC1-451552B21F4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73500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2119" cy="464820"/>
          </a:xfrm>
          <a:prstGeom prst="rect">
            <a:avLst/>
          </a:prstGeom>
        </p:spPr>
        <p:txBody>
          <a:bodyPr vert="horz" lIns="92446" tIns="46223" rIns="92446" bIns="46223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98102" y="0"/>
            <a:ext cx="2982119" cy="464820"/>
          </a:xfrm>
          <a:prstGeom prst="rect">
            <a:avLst/>
          </a:prstGeom>
        </p:spPr>
        <p:txBody>
          <a:bodyPr vert="horz" lIns="92446" tIns="46223" rIns="92446" bIns="46223" rtlCol="0"/>
          <a:lstStyle>
            <a:lvl1pPr algn="r">
              <a:defRPr sz="1200"/>
            </a:lvl1pPr>
          </a:lstStyle>
          <a:p>
            <a:fld id="{B85F00AE-A56E-406D-AEB7-3AD9133B5FFF}" type="datetimeFigureOut">
              <a:rPr lang="en-US" smtClean="0"/>
              <a:pPr/>
              <a:t>3/29/2022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176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446" tIns="46223" rIns="92446" bIns="46223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8182" y="4415790"/>
            <a:ext cx="5505450" cy="4183380"/>
          </a:xfrm>
          <a:prstGeom prst="rect">
            <a:avLst/>
          </a:prstGeom>
        </p:spPr>
        <p:txBody>
          <a:bodyPr vert="horz" lIns="92446" tIns="46223" rIns="92446" bIns="46223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2982119" cy="464820"/>
          </a:xfrm>
          <a:prstGeom prst="rect">
            <a:avLst/>
          </a:prstGeom>
        </p:spPr>
        <p:txBody>
          <a:bodyPr vert="horz" lIns="92446" tIns="46223" rIns="92446" bIns="46223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98102" y="8829967"/>
            <a:ext cx="2982119" cy="464820"/>
          </a:xfrm>
          <a:prstGeom prst="rect">
            <a:avLst/>
          </a:prstGeom>
        </p:spPr>
        <p:txBody>
          <a:bodyPr vert="horz" lIns="92446" tIns="46223" rIns="92446" bIns="46223" rtlCol="0" anchor="b"/>
          <a:lstStyle>
            <a:lvl1pPr algn="r">
              <a:defRPr sz="1200"/>
            </a:lvl1pPr>
          </a:lstStyle>
          <a:p>
            <a:fld id="{C009E05C-5A2C-4478-8307-C1C3B7A2654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78529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85751-B3B2-4B17-BD1A-3398C3F7C492}" type="datetimeFigureOut">
              <a:rPr lang="en-US" smtClean="0"/>
              <a:pPr/>
              <a:t>3/29/2022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0267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85751-B3B2-4B17-BD1A-3398C3F7C492}" type="datetimeFigureOut">
              <a:rPr lang="en-US" smtClean="0"/>
              <a:pPr/>
              <a:t>3/29/2022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5451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85751-B3B2-4B17-BD1A-3398C3F7C492}" type="datetimeFigureOut">
              <a:rPr lang="en-US" smtClean="0"/>
              <a:pPr/>
              <a:t>3/29/2022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74707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85751-B3B2-4B17-BD1A-3398C3F7C492}" type="datetimeFigureOut">
              <a:rPr lang="en-US" smtClean="0"/>
              <a:pPr/>
              <a:t>3/29/2022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87476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85751-B3B2-4B17-BD1A-3398C3F7C492}" type="datetimeFigureOut">
              <a:rPr lang="en-US" smtClean="0"/>
              <a:pPr/>
              <a:t>3/29/2022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1987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85751-B3B2-4B17-BD1A-3398C3F7C492}" type="datetimeFigureOut">
              <a:rPr lang="en-US" smtClean="0"/>
              <a:pPr/>
              <a:t>3/29/2022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5725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85751-B3B2-4B17-BD1A-3398C3F7C492}" type="datetimeFigureOut">
              <a:rPr lang="en-US" smtClean="0"/>
              <a:pPr/>
              <a:t>3/29/2022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31607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85751-B3B2-4B17-BD1A-3398C3F7C492}" type="datetimeFigureOut">
              <a:rPr lang="en-US" smtClean="0"/>
              <a:pPr/>
              <a:t>3/29/2022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36666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85751-B3B2-4B17-BD1A-3398C3F7C492}" type="datetimeFigureOut">
              <a:rPr lang="en-US" smtClean="0"/>
              <a:pPr/>
              <a:t>3/29/2022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8262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85751-B3B2-4B17-BD1A-3398C3F7C492}" type="datetimeFigureOut">
              <a:rPr lang="en-US" smtClean="0"/>
              <a:pPr/>
              <a:t>3/29/2022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15512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85751-B3B2-4B17-BD1A-3398C3F7C492}" type="datetimeFigureOut">
              <a:rPr lang="en-US" smtClean="0"/>
              <a:pPr/>
              <a:t>3/29/2022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5204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585751-B3B2-4B17-BD1A-3398C3F7C492}" type="datetimeFigureOut">
              <a:rPr lang="en-US" smtClean="0"/>
              <a:pPr/>
              <a:t>3/29/2022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38830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0099"/>
                </a:solidFill>
              </a:rPr>
              <a:t>CSE 464 : Software Quality Assurance and Testing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57600"/>
            <a:ext cx="6781800" cy="251460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FF6600"/>
                </a:solidFill>
              </a:rPr>
              <a:t>Testing Object Oriented Applications </a:t>
            </a:r>
            <a:r>
              <a:rPr lang="en-US" b="1" dirty="0">
                <a:solidFill>
                  <a:srgbClr val="000099"/>
                </a:solidFill>
              </a:rPr>
              <a:t>Janaka Balasooriya</a:t>
            </a:r>
          </a:p>
        </p:txBody>
      </p:sp>
    </p:spTree>
    <p:extLst>
      <p:ext uri="{BB962C8B-B14F-4D97-AF65-F5344CB8AC3E}">
        <p14:creationId xmlns:p14="http://schemas.microsoft.com/office/powerpoint/2010/main" val="6506866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743200"/>
            <a:ext cx="7772400" cy="1470025"/>
          </a:xfrm>
        </p:spPr>
        <p:txBody>
          <a:bodyPr/>
          <a:lstStyle/>
          <a:p>
            <a:r>
              <a:rPr lang="en-US" dirty="0"/>
              <a:t>Object Oriented Integration Testing</a:t>
            </a:r>
          </a:p>
        </p:txBody>
      </p:sp>
    </p:spTree>
    <p:extLst>
      <p:ext uri="{BB962C8B-B14F-4D97-AF65-F5344CB8AC3E}">
        <p14:creationId xmlns:p14="http://schemas.microsoft.com/office/powerpoint/2010/main" val="18959062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76200"/>
            <a:ext cx="8229600" cy="762000"/>
          </a:xfrm>
        </p:spPr>
        <p:txBody>
          <a:bodyPr>
            <a:normAutofit/>
          </a:bodyPr>
          <a:lstStyle/>
          <a:p>
            <a:r>
              <a:rPr lang="en-US" dirty="0"/>
              <a:t>OO Integration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90600"/>
            <a:ext cx="845820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sz="2800" dirty="0"/>
              <a:t>If the class has to be very large, usually a method as a unit can be a viable choice. In that case, two levels of integration testing is required:</a:t>
            </a:r>
          </a:p>
          <a:p>
            <a:pPr marL="742950" lvl="1" indent="-285750">
              <a:buFont typeface="Arial" pitchFamily="34" charset="0"/>
              <a:buChar char="•"/>
            </a:pPr>
            <a:r>
              <a:rPr lang="en-US" sz="2800" dirty="0"/>
              <a:t>Integrate methods into a class</a:t>
            </a:r>
          </a:p>
          <a:p>
            <a:pPr marL="742950" lvl="1" indent="-285750">
              <a:buFont typeface="Arial" pitchFamily="34" charset="0"/>
              <a:buChar char="•"/>
            </a:pPr>
            <a:r>
              <a:rPr lang="en-US" sz="2800" dirty="0"/>
              <a:t>Integrate classes into other classes</a:t>
            </a:r>
          </a:p>
          <a:p>
            <a:pPr lvl="1"/>
            <a:endParaRPr lang="en-US" sz="2800" dirty="0"/>
          </a:p>
          <a:p>
            <a:pPr marL="285750" lvl="1" indent="-285750">
              <a:buFont typeface="Arial" pitchFamily="34" charset="0"/>
              <a:buChar char="•"/>
            </a:pPr>
            <a:r>
              <a:rPr lang="en-US" sz="2800" dirty="0"/>
              <a:t>On the other hand, if more common, class as a unit is adopted Integrate classes into other classes is required</a:t>
            </a:r>
          </a:p>
          <a:p>
            <a:pPr marL="742950" lvl="2" indent="-285750">
              <a:buFont typeface="Arial" pitchFamily="34" charset="0"/>
              <a:buChar char="•"/>
            </a:pPr>
            <a:r>
              <a:rPr lang="en-US" sz="2800" dirty="0"/>
              <a:t>Once the unit testing is complete (a) if flatten classes are used, original class hierarchy must be restored.</a:t>
            </a:r>
          </a:p>
          <a:p>
            <a:pPr marL="742950" lvl="2" indent="-285750">
              <a:buFont typeface="Arial" pitchFamily="34" charset="0"/>
              <a:buChar char="•"/>
            </a:pPr>
            <a:r>
              <a:rPr lang="en-US" sz="2800" dirty="0"/>
              <a:t>Test methods (if any added) must be removed.</a:t>
            </a:r>
          </a:p>
        </p:txBody>
      </p:sp>
    </p:spTree>
    <p:extLst>
      <p:ext uri="{BB962C8B-B14F-4D97-AF65-F5344CB8AC3E}">
        <p14:creationId xmlns:p14="http://schemas.microsoft.com/office/powerpoint/2010/main" val="3441931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819400"/>
            <a:ext cx="8229600" cy="1143000"/>
          </a:xfrm>
        </p:spPr>
        <p:txBody>
          <a:bodyPr/>
          <a:lstStyle/>
          <a:p>
            <a:r>
              <a:rPr lang="en-US" dirty="0"/>
              <a:t>Testing Firm Application</a:t>
            </a:r>
          </a:p>
        </p:txBody>
      </p:sp>
    </p:spTree>
    <p:extLst>
      <p:ext uri="{BB962C8B-B14F-4D97-AF65-F5344CB8AC3E}">
        <p14:creationId xmlns:p14="http://schemas.microsoft.com/office/powerpoint/2010/main" val="16688239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7500" y="25400"/>
            <a:ext cx="8229600" cy="889000"/>
          </a:xfrm>
        </p:spPr>
        <p:txBody>
          <a:bodyPr>
            <a:noAutofit/>
          </a:bodyPr>
          <a:lstStyle/>
          <a:p>
            <a:r>
              <a:rPr lang="en-US" sz="3600" b="1" dirty="0"/>
              <a:t>Flattening Objects in Integration Testing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610" y="762000"/>
            <a:ext cx="7961790" cy="5791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Oval 4"/>
          <p:cNvSpPr/>
          <p:nvPr/>
        </p:nvSpPr>
        <p:spPr>
          <a:xfrm>
            <a:off x="914400" y="5105400"/>
            <a:ext cx="457200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6" name="Oval 5"/>
          <p:cNvSpPr/>
          <p:nvPr/>
        </p:nvSpPr>
        <p:spPr>
          <a:xfrm>
            <a:off x="7620000" y="5105400"/>
            <a:ext cx="457200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7" name="Oval 6"/>
          <p:cNvSpPr/>
          <p:nvPr/>
        </p:nvSpPr>
        <p:spPr>
          <a:xfrm>
            <a:off x="6553200" y="3429000"/>
            <a:ext cx="457200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8" name="Oval 7"/>
          <p:cNvSpPr/>
          <p:nvPr/>
        </p:nvSpPr>
        <p:spPr>
          <a:xfrm>
            <a:off x="1524000" y="3416300"/>
            <a:ext cx="457200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9" name="Oval 8"/>
          <p:cNvSpPr/>
          <p:nvPr/>
        </p:nvSpPr>
        <p:spPr>
          <a:xfrm>
            <a:off x="4953000" y="1752600"/>
            <a:ext cx="457200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10" name="Oval 9"/>
          <p:cNvSpPr/>
          <p:nvPr/>
        </p:nvSpPr>
        <p:spPr>
          <a:xfrm>
            <a:off x="2819400" y="1828800"/>
            <a:ext cx="457200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3922291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Testing Firm Implementation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143000"/>
            <a:ext cx="8229600" cy="4525963"/>
          </a:xfrm>
        </p:spPr>
        <p:txBody>
          <a:bodyPr/>
          <a:lstStyle/>
          <a:p>
            <a:r>
              <a:rPr lang="en-US" dirty="0"/>
              <a:t>One possible approach in testing this application is to test each class starting from the bottom most classes : Hourly and Executive. Then integrate other objects in bottom up manner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Object Flattening can be used here. (See Executive.java example)</a:t>
            </a:r>
          </a:p>
        </p:txBody>
      </p:sp>
    </p:spTree>
    <p:extLst>
      <p:ext uri="{BB962C8B-B14F-4D97-AF65-F5344CB8AC3E}">
        <p14:creationId xmlns:p14="http://schemas.microsoft.com/office/powerpoint/2010/main" val="8840470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114300"/>
            <a:ext cx="8229600" cy="762000"/>
          </a:xfrm>
        </p:spPr>
        <p:txBody>
          <a:bodyPr>
            <a:normAutofit fontScale="90000"/>
          </a:bodyPr>
          <a:lstStyle/>
          <a:p>
            <a:r>
              <a:rPr lang="en-US" dirty="0"/>
              <a:t>Next Time =&gt; UML Support for Integration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990600"/>
            <a:ext cx="83058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sz="2400" dirty="0"/>
              <a:t>In OO integration testing, sequence diagrams and collaboration diagrams are the basic for integration testing</a:t>
            </a:r>
          </a:p>
          <a:p>
            <a:endParaRPr lang="en-US" sz="2400" dirty="0"/>
          </a:p>
          <a:p>
            <a:endParaRPr lang="en-US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304800" y="1981200"/>
            <a:ext cx="86868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u="sng" dirty="0"/>
              <a:t>Quick Review Sequence Diagram:</a:t>
            </a:r>
          </a:p>
          <a:p>
            <a:endParaRPr lang="en-US" sz="2800" dirty="0"/>
          </a:p>
          <a:p>
            <a:pPr marL="914400" lvl="1" indent="-457200">
              <a:buFont typeface="Arial" pitchFamily="34" charset="0"/>
              <a:buChar char="•"/>
            </a:pPr>
            <a:r>
              <a:rPr lang="en-US" sz="2800" dirty="0"/>
              <a:t>Sequence diagrams describes the </a:t>
            </a:r>
            <a:r>
              <a:rPr lang="en-US" sz="2800" b="1" dirty="0">
                <a:solidFill>
                  <a:srgbClr val="0000FF"/>
                </a:solidFill>
              </a:rPr>
              <a:t>dynamic behavior of  objects</a:t>
            </a:r>
          </a:p>
          <a:p>
            <a:pPr lvl="1"/>
            <a:endParaRPr lang="en-US" sz="2800" b="1" dirty="0">
              <a:solidFill>
                <a:srgbClr val="0000FF"/>
              </a:solidFill>
            </a:endParaRPr>
          </a:p>
          <a:p>
            <a:pPr marL="914400" lvl="1" indent="-457200">
              <a:buFont typeface="Arial" pitchFamily="34" charset="0"/>
              <a:buChar char="•"/>
            </a:pPr>
            <a:r>
              <a:rPr lang="en-US" sz="2800" dirty="0"/>
              <a:t>It describes </a:t>
            </a:r>
            <a:r>
              <a:rPr lang="en-US" sz="2800" b="1" dirty="0">
                <a:solidFill>
                  <a:srgbClr val="0000FF"/>
                </a:solidFill>
              </a:rPr>
              <a:t>interactions between objects by depicting the time ordering</a:t>
            </a:r>
            <a:r>
              <a:rPr lang="en-US" sz="2800" dirty="0"/>
              <a:t>. In general each use case has one of more sequence diagrams.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2223308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2431</TotalTime>
  <Words>241</Words>
  <Application>Microsoft Office PowerPoint</Application>
  <PresentationFormat>On-screen Show (4:3)</PresentationFormat>
  <Paragraphs>30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CSE 464 : Software Quality Assurance and Testing</vt:lpstr>
      <vt:lpstr>Object Oriented Integration Testing</vt:lpstr>
      <vt:lpstr>OO Integration Testing</vt:lpstr>
      <vt:lpstr>Testing Firm Application</vt:lpstr>
      <vt:lpstr>Flattening Objects in Integration Testing</vt:lpstr>
      <vt:lpstr>Testing Firm Implementation</vt:lpstr>
      <vt:lpstr>Next Time =&gt; UML Support for Integration Testing</vt:lpstr>
    </vt:vector>
  </TitlesOfParts>
  <Company>Toshiba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 494/598 : Software Quality Assurance and Testing</dc:title>
  <dc:creator>pushpa</dc:creator>
  <cp:lastModifiedBy>Janaka Balasooriya</cp:lastModifiedBy>
  <cp:revision>208</cp:revision>
  <cp:lastPrinted>2011-08-23T15:27:31Z</cp:lastPrinted>
  <dcterms:created xsi:type="dcterms:W3CDTF">2011-08-13T19:09:36Z</dcterms:created>
  <dcterms:modified xsi:type="dcterms:W3CDTF">2022-03-30T05:19:45Z</dcterms:modified>
</cp:coreProperties>
</file>