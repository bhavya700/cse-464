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2" r:id="rId3"/>
    <p:sldId id="283" r:id="rId4"/>
    <p:sldId id="302" r:id="rId5"/>
    <p:sldId id="303" r:id="rId6"/>
    <p:sldId id="304" r:id="rId7"/>
    <p:sldId id="305" r:id="rId8"/>
    <p:sldId id="296" r:id="rId9"/>
    <p:sldId id="284" r:id="rId10"/>
    <p:sldId id="301" r:id="rId11"/>
    <p:sldId id="307" r:id="rId12"/>
    <p:sldId id="306" r:id="rId1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4669"/>
  </p:normalViewPr>
  <p:slideViewPr>
    <p:cSldViewPr>
      <p:cViewPr varScale="1">
        <p:scale>
          <a:sx n="114" d="100"/>
          <a:sy n="114" d="100"/>
        </p:scale>
        <p:origin x="17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CE5218-6A44-AD17-E843-F740699542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5EBDE-F3F3-9377-0722-926A0892F0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65DA003-201C-4B43-9C2E-447B7C5FD8D8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210BF-3878-21E4-CFC6-BAC6FD7F1C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79039-6ABB-316C-7635-1BEE6EE7DE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B8DAD3-F1E3-3841-B23B-ECCFB9F775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2F961E-CFF8-8FFC-8A23-FD56D0B5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1B210-F7CE-7649-38A9-8D8F8319A2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1A9E605-141F-B144-AFF8-E87C9B830E6A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D47E06-7E27-6C0C-6296-1816CB130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582B03-CA74-194B-386E-6DA6C0990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DD5F5-FC17-463B-9680-2F3238178E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86677-5922-CC35-3245-C8242B5F6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CE67D4-A88B-4B46-AECE-5B9F6384B4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374E5094-7B57-A6B9-1F75-A2591AA687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6CBA3C-13BA-744D-BDD4-DDC4FD166F6B}" type="slidenum">
              <a:rPr lang="el-GR" altLang="en-US" smtClean="0"/>
              <a:pPr>
                <a:spcBef>
                  <a:spcPct val="0"/>
                </a:spcBef>
              </a:pPr>
              <a:t>4</a:t>
            </a:fld>
            <a:endParaRPr lang="el-GR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7AA37B4-EC58-487E-6C6D-4847170EC3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86200C94-3516-7BD4-5389-169F0EA13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l-G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25B667B7-9401-1FE4-668B-295AC8A11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379C55-708F-5D45-8C16-D785EBC42E9D}" type="slidenum">
              <a:rPr lang="el-GR" altLang="en-US" smtClean="0"/>
              <a:pPr>
                <a:spcBef>
                  <a:spcPct val="0"/>
                </a:spcBef>
              </a:pPr>
              <a:t>5</a:t>
            </a:fld>
            <a:endParaRPr lang="el-GR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4BF2816-92ED-2D93-CDCF-CB0929ECC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77AB0FA-EF7E-9990-E8AC-4362C5E99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l-G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A42D3161-9102-B96C-F364-311F75227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66564E-CE30-6547-9FF6-287BF5A23249}" type="slidenum">
              <a:rPr lang="el-GR" altLang="en-US" smtClean="0"/>
              <a:pPr>
                <a:spcBef>
                  <a:spcPct val="0"/>
                </a:spcBef>
              </a:pPr>
              <a:t>6</a:t>
            </a:fld>
            <a:endParaRPr lang="el-GR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4BF52F1-19F3-C6EE-A87D-0E26438B8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5F69346-D779-50A1-52C0-210E722C5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l-G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5FAA6DC5-A397-B088-4C60-231A48AB27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953859-BDD8-F24D-B16A-266340A32906}" type="slidenum">
              <a:rPr lang="el-GR" altLang="en-US" smtClean="0"/>
              <a:pPr>
                <a:spcBef>
                  <a:spcPct val="0"/>
                </a:spcBef>
              </a:pPr>
              <a:t>7</a:t>
            </a:fld>
            <a:endParaRPr lang="el-GR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E4CF6E7-0D34-C674-07FD-9908107B04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1D87B70-B37C-F4D7-B118-66757B891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l-G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1D6CA8EF-FD31-1331-D079-E7F8E4F214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D9CC451-FE41-B493-AF47-4F6C7C2D0B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0348B3B-664B-8CD7-5D83-3804EF706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4C3EDE6-1367-D74C-92D1-813AB8FA4FA7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E7BFE-DB2F-98B1-6CF3-E27DCAAC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7985A-994B-CC4A-B652-0F597F181718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0B62E-3F80-05D8-6568-6EBD3467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79538-CFB3-1D93-DC65-0D375948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1352C-D598-5C44-AEB6-8A3734EDF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35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F3C5B-30C5-C27F-A2E7-29AFBC88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4BCFA-255E-2345-B01B-2D2563C3F2EC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B106-C390-F377-2F58-38EB50C9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E3DA-07C4-63D5-3501-D4874DE2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EE8AE-F682-674D-A99B-5C61B7F95D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873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FE1E2-695F-D78D-044B-5CF974E3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2ED90-FFCD-FF4C-9591-CA0FA6C2B325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BF6D-E989-83C7-DCD0-CD67F520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5B8B4-92FD-9B05-13EB-BCF9F571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0FA8C-5D9F-1E43-A1FE-C59BC4BD7B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31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846EBCB-DE3D-A7E7-5FBF-EAB8B9CF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5F3AB-6B29-FC42-8A9E-CE8D31ABAD83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7EC589-BE3C-DDFC-96B6-44E171DF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CD2B35-C20E-5E51-4B51-5428CFDF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28A4C-7982-CB42-9F06-A7438537CB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88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D7748D5-630E-55CF-E39C-356BE914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C86FE-DD76-2340-B9A3-DEA1BD690C8F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1B97458-75BB-855C-B0E4-1AB82524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2D71B72-FC8B-E952-092D-DB30E496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D9CF0-EC46-3B45-8C4F-0D2FC58FC4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55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532CC1-B07E-B4A7-BE8E-FC829302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2AE6D-37EC-F540-BD8D-29FAF3A51791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AB3E4C-C9D1-4FD1-62C1-84DC0552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BD8384-D708-A338-9A09-5814C7E1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F99E8-65C8-744F-8759-61E9B6888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81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F00623F-0E1E-06C3-A98F-B443ACDA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077E-1570-5546-A70C-723C5ACC5C74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F3838C5-DE05-7F25-95F8-9092A7DB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8860FCF-206C-E44C-ABAC-86224D2C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23123-A1EA-664A-A41F-B564777642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154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7D0D56E-FEFA-F54E-A33B-8E37DA90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EC30E-4C33-124C-B60A-3B7AF16FC8A0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CED899-1BFE-AAF2-44AB-742C4092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67D14F2-E112-E4C7-EBC4-12DB0CC7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6CF61-BB3A-524B-97BF-D694EA299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5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8D81769-5D26-86F3-5547-3CDECBA5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7A961-9B7D-EA47-84F2-6A8838036277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9A94A1-BBE9-F1C8-6E71-666A1DE1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14F2B4-CFF9-6688-0CAE-2828CC03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55B2A-674F-0E4C-B5DF-36469F6B02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942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BA788-43C6-C375-BEF5-C9933F1A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14B9C-DDD6-E942-AFA3-C4490D22CA17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CA515-BD8D-765A-BD12-0CD88D44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24EB-CD9B-344E-090D-3D138EBE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3EFA9-1813-2D4A-83B9-A282A94B48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12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F936C-D12F-72AB-8E9D-9DE7938B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E9489-456F-484C-8A44-C4D34A2163DC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F582-E07C-33A1-CF30-A3E9D46CE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FE1D8-C277-5871-0B90-F6065649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5E600-B589-0845-90A6-4EA2051AA0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805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110621-5536-ACC5-5E1F-BB7EFEBEBB2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9608396-8C8B-338C-E8EA-BA04E2C25B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C5FC8-E523-3E40-C34B-1F42E8C7D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DDB7FD5-F4BA-9444-99CD-7D62CC94030F}" type="datetimeFigureOut">
              <a:rPr lang="en-US"/>
              <a:pPr>
                <a:defRPr/>
              </a:pPr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A803-8426-050F-F73A-DB55A9F9B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414A0-14D4-96B3-2638-17FDBB875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FAE31FC-14FD-3B48-98DB-C5ACF6391C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838F946-0BA8-A01B-65D1-DF5C044DF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168DA-0928-EB3A-7DE2-6234800EB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8550"/>
            <a:ext cx="6781800" cy="2514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6600"/>
                </a:solidFill>
              </a:rPr>
              <a:t>Boundary Value Analysis</a:t>
            </a: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000099"/>
                </a:solidFill>
              </a:rPr>
              <a:t>Janaka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 err="1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  <p:pic>
        <p:nvPicPr>
          <p:cNvPr id="4100" name="Picture 4" descr="Logo&#10;&#10;Description automatically generated">
            <a:extLst>
              <a:ext uri="{FF2B5EF4-FFF2-40B4-BE49-F238E27FC236}">
                <a16:creationId xmlns:a16="http://schemas.microsoft.com/office/drawing/2014/main" id="{BD3895AA-6931-D2F1-C9D0-C29182FB7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52400"/>
            <a:ext cx="24130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AA0-15AC-EEF0-C5BC-C226096E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0"/>
            <a:ext cx="82296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99"/>
                </a:solidFill>
              </a:rPr>
              <a:t>Boundary Value Analysis</a:t>
            </a:r>
            <a:br>
              <a:rPr lang="en-US" b="1" dirty="0">
                <a:solidFill>
                  <a:srgbClr val="000099"/>
                </a:solidFill>
              </a:rPr>
            </a:br>
            <a:r>
              <a:rPr lang="en-US" b="1" dirty="0">
                <a:solidFill>
                  <a:srgbClr val="000099"/>
                </a:solidFill>
              </a:rPr>
              <a:t>Chapter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BA1C-70D0-757A-B7B4-B55AC1C49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99"/>
                </a:solidFill>
              </a:rPr>
              <a:t>What is Boundary Value Analysis?</a:t>
            </a:r>
          </a:p>
        </p:txBody>
      </p:sp>
      <p:pic>
        <p:nvPicPr>
          <p:cNvPr id="6147" name="Picture 2">
            <a:extLst>
              <a:ext uri="{FF2B5EF4-FFF2-40B4-BE49-F238E27FC236}">
                <a16:creationId xmlns:a16="http://schemas.microsoft.com/office/drawing/2014/main" id="{082D4CEC-777C-A3B5-E3F8-60F73316E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7581900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8" name="Rectangle 3">
            <a:extLst>
              <a:ext uri="{FF2B5EF4-FFF2-40B4-BE49-F238E27FC236}">
                <a16:creationId xmlns:a16="http://schemas.microsoft.com/office/drawing/2014/main" id="{E2925011-924C-565F-77A8-07A91C24F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3352800"/>
            <a:ext cx="8970962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u="sng"/>
              <a:t>Method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• Hold all variables at their nominal value.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• Let one variable assume its boundary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• Repeat this for each variable.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• This will (hopefully) reveal all faults that can be attributed to a single variable.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Boundary value analysis works well when the program to be tested is a function of several </a:t>
            </a:r>
            <a:r>
              <a:rPr lang="en-US" altLang="en-US" sz="2000" i="1"/>
              <a:t>independent</a:t>
            </a:r>
            <a:r>
              <a:rPr lang="en-US" altLang="en-US" sz="2000"/>
              <a:t> variables that represent bounded </a:t>
            </a:r>
            <a:r>
              <a:rPr lang="en-US" altLang="en-US" sz="2000" i="1"/>
              <a:t>physical</a:t>
            </a:r>
            <a:r>
              <a:rPr lang="en-US" altLang="en-US" sz="2000"/>
              <a:t> quantities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B8DA01-B134-6F46-2AAE-949E680C1044}"/>
              </a:ext>
            </a:extLst>
          </p:cNvPr>
          <p:cNvSpPr>
            <a:spLocks noGrp="1" noRot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99"/>
                </a:solidFill>
              </a:rPr>
              <a:t>Boundary Value Analysis : Generating Test Cases </a:t>
            </a:r>
            <a:endParaRPr lang="el-GR" altLang="en-US" sz="3600" b="1">
              <a:solidFill>
                <a:srgbClr val="000099"/>
              </a:solidFill>
            </a:endParaRPr>
          </a:p>
        </p:txBody>
      </p:sp>
      <p:graphicFrame>
        <p:nvGraphicFramePr>
          <p:cNvPr id="777221" name="Object 5">
            <a:extLst>
              <a:ext uri="{FF2B5EF4-FFF2-40B4-BE49-F238E27FC236}">
                <a16:creationId xmlns:a16="http://schemas.microsoft.com/office/drawing/2014/main" id="{9966DC9E-2D50-8736-B50C-086C1EF045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752600"/>
          <a:ext cx="3429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822700" imgH="3060700" progId="Visio.Drawing.6">
                  <p:embed/>
                </p:oleObj>
              </mc:Choice>
              <mc:Fallback>
                <p:oleObj name="Visio" r:id="rId3" imgW="3822700" imgH="30607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752600"/>
                        <a:ext cx="34290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3" name="Object 7">
            <a:extLst>
              <a:ext uri="{FF2B5EF4-FFF2-40B4-BE49-F238E27FC236}">
                <a16:creationId xmlns:a16="http://schemas.microsoft.com/office/drawing/2014/main" id="{3D7A7DDA-2BA2-B01A-5D83-AFB4282CF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752600"/>
          <a:ext cx="33178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822700" imgH="3073400" progId="Visio.Drawing.6">
                  <p:embed/>
                </p:oleObj>
              </mc:Choice>
              <mc:Fallback>
                <p:oleObj name="Visio" r:id="rId5" imgW="3822700" imgH="307340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752600"/>
                        <a:ext cx="331787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5" name="Object 9">
            <a:extLst>
              <a:ext uri="{FF2B5EF4-FFF2-40B4-BE49-F238E27FC236}">
                <a16:creationId xmlns:a16="http://schemas.microsoft.com/office/drawing/2014/main" id="{25B79BB5-7D6A-1DE3-6CF7-9076102E32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1676400"/>
          <a:ext cx="1609725" cy="338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003300" imgH="2095500" progId="Visio.Drawing.6">
                  <p:embed/>
                </p:oleObj>
              </mc:Choice>
              <mc:Fallback>
                <p:oleObj name="Visio" r:id="rId7" imgW="1003300" imgH="2095500" progId="Visio.Drawing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676400"/>
                        <a:ext cx="1609725" cy="338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1">
            <a:extLst>
              <a:ext uri="{FF2B5EF4-FFF2-40B4-BE49-F238E27FC236}">
                <a16:creationId xmlns:a16="http://schemas.microsoft.com/office/drawing/2014/main" id="{32D4A88F-C5E6-2590-C779-F36B2611F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92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Let’s  consider a  function of two  variables, F(x1, x2)</a:t>
            </a:r>
          </a:p>
        </p:txBody>
      </p:sp>
      <p:sp>
        <p:nvSpPr>
          <p:cNvPr id="7175" name="TextBox 2">
            <a:extLst>
              <a:ext uri="{FF2B5EF4-FFF2-40B4-BE49-F238E27FC236}">
                <a16:creationId xmlns:a16="http://schemas.microsoft.com/office/drawing/2014/main" id="{9CC7EF34-251A-8B60-4B5C-AA292F09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2484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/>
              <a:t>For an n variable function this generates 4n + 1 test cases </a:t>
            </a:r>
          </a:p>
        </p:txBody>
      </p:sp>
      <p:graphicFrame>
        <p:nvGraphicFramePr>
          <p:cNvPr id="7176" name="Object 2">
            <a:extLst>
              <a:ext uri="{FF2B5EF4-FFF2-40B4-BE49-F238E27FC236}">
                <a16:creationId xmlns:a16="http://schemas.microsoft.com/office/drawing/2014/main" id="{15B34F15-3F79-32B5-A6D2-30A2D283E95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33400" y="4370388"/>
          <a:ext cx="6400800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2374900" imgH="774700" progId="Visio.Drawing.11">
                  <p:embed/>
                </p:oleObj>
              </mc:Choice>
              <mc:Fallback>
                <p:oleObj name="Visio" r:id="rId9" imgW="2374900" imgH="774700" progId="Visio.Drawing.11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70388"/>
                        <a:ext cx="6400800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7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3F3613-B9CF-925B-199D-B90BD5182243}"/>
              </a:ext>
            </a:extLst>
          </p:cNvPr>
          <p:cNvSpPr>
            <a:spLocks noGrp="1" noRot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0099"/>
                </a:solidFill>
              </a:rPr>
              <a:t>Robustness Testing</a:t>
            </a:r>
            <a:endParaRPr lang="el-GR" altLang="en-US" b="1">
              <a:solidFill>
                <a:srgbClr val="000099"/>
              </a:solidFill>
            </a:endParaRPr>
          </a:p>
        </p:txBody>
      </p:sp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A811C328-9673-2402-A390-F51A540DB7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762000"/>
          <a:ext cx="4573588" cy="365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822700" imgH="3060700" progId="Visio.Drawing.6">
                  <p:embed/>
                </p:oleObj>
              </mc:Choice>
              <mc:Fallback>
                <p:oleObj name="Visio" r:id="rId3" imgW="3822700" imgH="30607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0"/>
                        <a:ext cx="4573588" cy="365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6">
            <a:extLst>
              <a:ext uri="{FF2B5EF4-FFF2-40B4-BE49-F238E27FC236}">
                <a16:creationId xmlns:a16="http://schemas.microsoft.com/office/drawing/2014/main" id="{0AB86DFD-1E1A-5E12-643E-D65850A93A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685800"/>
          <a:ext cx="1447800" cy="423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03300" imgH="2921000" progId="Visio.Drawing.6">
                  <p:embed/>
                </p:oleObj>
              </mc:Choice>
              <mc:Fallback>
                <p:oleObj name="Visio" r:id="rId5" imgW="1003300" imgH="292100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685800"/>
                        <a:ext cx="1447800" cy="423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Box 7">
            <a:extLst>
              <a:ext uri="{FF2B5EF4-FFF2-40B4-BE49-F238E27FC236}">
                <a16:creationId xmlns:a16="http://schemas.microsoft.com/office/drawing/2014/main" id="{918EB4CF-22DD-8AEF-7EAA-4F0738BC7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145213"/>
            <a:ext cx="822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/>
              <a:t>For an n variable function this generates 6n + 1 test cases </a:t>
            </a:r>
          </a:p>
        </p:txBody>
      </p:sp>
      <p:graphicFrame>
        <p:nvGraphicFramePr>
          <p:cNvPr id="9222" name="Object 1">
            <a:extLst>
              <a:ext uri="{FF2B5EF4-FFF2-40B4-BE49-F238E27FC236}">
                <a16:creationId xmlns:a16="http://schemas.microsoft.com/office/drawing/2014/main" id="{815C1873-20F8-DD1A-F8CD-128B769055C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838200" y="4475163"/>
          <a:ext cx="6175375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74900" imgH="711200" progId="Visio.Drawing.11">
                  <p:embed/>
                </p:oleObj>
              </mc:Choice>
              <mc:Fallback>
                <p:oleObj name="Visio" r:id="rId7" imgW="2374900" imgH="711200" progId="Visio.Drawing.11">
                  <p:embed/>
                  <p:pic>
                    <p:nvPicPr>
                      <p:cNvPr id="0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75163"/>
                        <a:ext cx="6175375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6" name="Rectangle 2">
            <a:extLst>
              <a:ext uri="{FF2B5EF4-FFF2-40B4-BE49-F238E27FC236}">
                <a16:creationId xmlns:a16="http://schemas.microsoft.com/office/drawing/2014/main" id="{CA62C94D-D4D3-4630-DA77-414C6DAB2E9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81000" y="26988"/>
            <a:ext cx="8229600" cy="715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99"/>
                </a:solidFill>
              </a:rPr>
              <a:t>Worst Case Testing</a:t>
            </a:r>
            <a:endParaRPr lang="el-GR" b="1" dirty="0">
              <a:solidFill>
                <a:srgbClr val="000099"/>
              </a:solidFill>
            </a:endParaRPr>
          </a:p>
        </p:txBody>
      </p:sp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E3307741-BD55-FEAC-0F3D-AF76B95B2B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524000"/>
          <a:ext cx="3811588" cy="307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822700" imgH="3086100" progId="Visio.Drawing.6">
                  <p:embed/>
                </p:oleObj>
              </mc:Choice>
              <mc:Fallback>
                <p:oleObj name="Visio" r:id="rId3" imgW="3822700" imgH="30861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0"/>
                        <a:ext cx="3811588" cy="307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8">
            <a:extLst>
              <a:ext uri="{FF2B5EF4-FFF2-40B4-BE49-F238E27FC236}">
                <a16:creationId xmlns:a16="http://schemas.microsoft.com/office/drawing/2014/main" id="{CB196412-94D6-F210-DC50-0DBA60087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762000"/>
          <a:ext cx="2895600" cy="420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146300" imgH="3111500" progId="Visio.Drawing.6">
                  <p:embed/>
                </p:oleObj>
              </mc:Choice>
              <mc:Fallback>
                <p:oleObj name="Visio" r:id="rId5" imgW="2146300" imgH="311150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762000"/>
                        <a:ext cx="2895600" cy="420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Box 7">
            <a:extLst>
              <a:ext uri="{FF2B5EF4-FFF2-40B4-BE49-F238E27FC236}">
                <a16:creationId xmlns:a16="http://schemas.microsoft.com/office/drawing/2014/main" id="{5CA56998-859B-22AC-158F-984A98D37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562600"/>
            <a:ext cx="822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/>
              <a:t>For an n variable function this generates 5^n test cases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More than one variable has a boundary condition tested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F91545A-0883-57B5-66B1-CEA33CE8D25B}"/>
              </a:ext>
            </a:extLst>
          </p:cNvPr>
          <p:cNvSpPr>
            <a:spLocks noGrp="1" noRot="1"/>
          </p:cNvSpPr>
          <p:nvPr>
            <p:ph type="title"/>
          </p:nvPr>
        </p:nvSpPr>
        <p:spPr>
          <a:xfrm>
            <a:off x="461963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99"/>
                </a:solidFill>
              </a:rPr>
              <a:t>Robust Worst Case Testing</a:t>
            </a:r>
            <a:endParaRPr lang="el-GR" altLang="en-US" sz="3600" b="1">
              <a:solidFill>
                <a:srgbClr val="000099"/>
              </a:solidFill>
            </a:endParaRPr>
          </a:p>
        </p:txBody>
      </p:sp>
      <p:graphicFrame>
        <p:nvGraphicFramePr>
          <p:cNvPr id="13315" name="Object 6">
            <a:extLst>
              <a:ext uri="{FF2B5EF4-FFF2-40B4-BE49-F238E27FC236}">
                <a16:creationId xmlns:a16="http://schemas.microsoft.com/office/drawing/2014/main" id="{87D0988C-4E0B-863E-7D79-D468CE2B87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060575"/>
          <a:ext cx="4421188" cy="290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432300" imgH="2921000" progId="Visio.Drawing.6">
                  <p:embed/>
                </p:oleObj>
              </mc:Choice>
              <mc:Fallback>
                <p:oleObj name="Visio" r:id="rId3" imgW="4432300" imgH="292100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060575"/>
                        <a:ext cx="4421188" cy="290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6" name="Group 128">
            <a:extLst>
              <a:ext uri="{FF2B5EF4-FFF2-40B4-BE49-F238E27FC236}">
                <a16:creationId xmlns:a16="http://schemas.microsoft.com/office/drawing/2014/main" id="{AC5847E6-21B7-F47E-A61A-252D9CCD9754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916113"/>
            <a:ext cx="3811587" cy="3074987"/>
            <a:chOff x="113" y="1207"/>
            <a:chExt cx="2401" cy="1937"/>
          </a:xfrm>
        </p:grpSpPr>
        <p:sp>
          <p:nvSpPr>
            <p:cNvPr id="13318" name="AutoShape 7">
              <a:extLst>
                <a:ext uri="{FF2B5EF4-FFF2-40B4-BE49-F238E27FC236}">
                  <a16:creationId xmlns:a16="http://schemas.microsoft.com/office/drawing/2014/main" id="{E088706E-3D4E-2E2A-46D4-437F4A01EFF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13" y="1207"/>
              <a:ext cx="2401" cy="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Rectangle 9">
              <a:extLst>
                <a:ext uri="{FF2B5EF4-FFF2-40B4-BE49-F238E27FC236}">
                  <a16:creationId xmlns:a16="http://schemas.microsoft.com/office/drawing/2014/main" id="{A6238FB0-9E3A-74D6-AF3A-19C8D80F1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1237"/>
              <a:ext cx="2376" cy="18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20" name="Rectangle 10">
              <a:extLst>
                <a:ext uri="{FF2B5EF4-FFF2-40B4-BE49-F238E27FC236}">
                  <a16:creationId xmlns:a16="http://schemas.microsoft.com/office/drawing/2014/main" id="{E1DA863B-D120-B844-EB60-F53B0F7D0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1237"/>
              <a:ext cx="2376" cy="1894"/>
            </a:xfrm>
            <a:prstGeom prst="rect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21" name="Line 11">
              <a:extLst>
                <a:ext uri="{FF2B5EF4-FFF2-40B4-BE49-F238E27FC236}">
                  <a16:creationId xmlns:a16="http://schemas.microsoft.com/office/drawing/2014/main" id="{879577F1-7D58-B46D-188F-1BACF0838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" y="1460"/>
              <a:ext cx="1" cy="1619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12">
              <a:extLst>
                <a:ext uri="{FF2B5EF4-FFF2-40B4-BE49-F238E27FC236}">
                  <a16:creationId xmlns:a16="http://schemas.microsoft.com/office/drawing/2014/main" id="{7A50C43D-202F-87C6-E207-CFFACFFCE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" y="1416"/>
              <a:ext cx="55" cy="58"/>
            </a:xfrm>
            <a:custGeom>
              <a:avLst/>
              <a:gdLst>
                <a:gd name="T0" fmla="*/ 0 w 146"/>
                <a:gd name="T1" fmla="*/ 0 h 156"/>
                <a:gd name="T2" fmla="*/ 0 w 146"/>
                <a:gd name="T3" fmla="*/ 0 h 156"/>
                <a:gd name="T4" fmla="*/ 0 w 146"/>
                <a:gd name="T5" fmla="*/ 0 h 156"/>
                <a:gd name="T6" fmla="*/ 0 w 146"/>
                <a:gd name="T7" fmla="*/ 0 h 156"/>
                <a:gd name="T8" fmla="*/ 0 w 146"/>
                <a:gd name="T9" fmla="*/ 0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156">
                  <a:moveTo>
                    <a:pt x="73" y="0"/>
                  </a:moveTo>
                  <a:lnTo>
                    <a:pt x="146" y="156"/>
                  </a:lnTo>
                  <a:cubicBezTo>
                    <a:pt x="100" y="131"/>
                    <a:pt x="46" y="131"/>
                    <a:pt x="0" y="156"/>
                  </a:cubicBezTo>
                  <a:lnTo>
                    <a:pt x="7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Line 13">
              <a:extLst>
                <a:ext uri="{FF2B5EF4-FFF2-40B4-BE49-F238E27FC236}">
                  <a16:creationId xmlns:a16="http://schemas.microsoft.com/office/drawing/2014/main" id="{2133FDED-005F-63A0-DD02-ED0F122BA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" y="2952"/>
              <a:ext cx="2118" cy="1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Freeform 14">
              <a:extLst>
                <a:ext uri="{FF2B5EF4-FFF2-40B4-BE49-F238E27FC236}">
                  <a16:creationId xmlns:a16="http://schemas.microsoft.com/office/drawing/2014/main" id="{E332FC6F-A00A-A9F0-371A-ED9606568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922"/>
              <a:ext cx="55" cy="59"/>
            </a:xfrm>
            <a:custGeom>
              <a:avLst/>
              <a:gdLst>
                <a:gd name="T0" fmla="*/ 0 w 146"/>
                <a:gd name="T1" fmla="*/ 0 h 156"/>
                <a:gd name="T2" fmla="*/ 0 w 146"/>
                <a:gd name="T3" fmla="*/ 0 h 156"/>
                <a:gd name="T4" fmla="*/ 0 w 146"/>
                <a:gd name="T5" fmla="*/ 0 h 156"/>
                <a:gd name="T6" fmla="*/ 0 w 146"/>
                <a:gd name="T7" fmla="*/ 0 h 156"/>
                <a:gd name="T8" fmla="*/ 0 w 146"/>
                <a:gd name="T9" fmla="*/ 0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156">
                  <a:moveTo>
                    <a:pt x="146" y="78"/>
                  </a:moveTo>
                  <a:lnTo>
                    <a:pt x="0" y="156"/>
                  </a:lnTo>
                  <a:cubicBezTo>
                    <a:pt x="23" y="107"/>
                    <a:pt x="23" y="49"/>
                    <a:pt x="0" y="0"/>
                  </a:cubicBezTo>
                  <a:lnTo>
                    <a:pt x="146" y="7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Freeform 15">
              <a:extLst>
                <a:ext uri="{FF2B5EF4-FFF2-40B4-BE49-F238E27FC236}">
                  <a16:creationId xmlns:a16="http://schemas.microsoft.com/office/drawing/2014/main" id="{FC9C2F00-D88F-E5DF-E509-426779603A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" y="1541"/>
              <a:ext cx="6" cy="1414"/>
            </a:xfrm>
            <a:custGeom>
              <a:avLst/>
              <a:gdLst>
                <a:gd name="T0" fmla="*/ 0 w 16"/>
                <a:gd name="T1" fmla="*/ 0 h 3771"/>
                <a:gd name="T2" fmla="*/ 0 w 16"/>
                <a:gd name="T3" fmla="*/ 0 h 3771"/>
                <a:gd name="T4" fmla="*/ 0 w 16"/>
                <a:gd name="T5" fmla="*/ 0 h 3771"/>
                <a:gd name="T6" fmla="*/ 0 w 16"/>
                <a:gd name="T7" fmla="*/ 0 h 3771"/>
                <a:gd name="T8" fmla="*/ 0 w 16"/>
                <a:gd name="T9" fmla="*/ 0 h 3771"/>
                <a:gd name="T10" fmla="*/ 0 w 16"/>
                <a:gd name="T11" fmla="*/ 0 h 3771"/>
                <a:gd name="T12" fmla="*/ 0 w 16"/>
                <a:gd name="T13" fmla="*/ 0 h 3771"/>
                <a:gd name="T14" fmla="*/ 0 w 16"/>
                <a:gd name="T15" fmla="*/ 0 h 3771"/>
                <a:gd name="T16" fmla="*/ 0 w 16"/>
                <a:gd name="T17" fmla="*/ 0 h 3771"/>
                <a:gd name="T18" fmla="*/ 0 w 16"/>
                <a:gd name="T19" fmla="*/ 0 h 3771"/>
                <a:gd name="T20" fmla="*/ 0 w 16"/>
                <a:gd name="T21" fmla="*/ 0 h 3771"/>
                <a:gd name="T22" fmla="*/ 0 w 16"/>
                <a:gd name="T23" fmla="*/ 0 h 3771"/>
                <a:gd name="T24" fmla="*/ 0 w 16"/>
                <a:gd name="T25" fmla="*/ 0 h 3771"/>
                <a:gd name="T26" fmla="*/ 0 w 16"/>
                <a:gd name="T27" fmla="*/ 0 h 3771"/>
                <a:gd name="T28" fmla="*/ 0 w 16"/>
                <a:gd name="T29" fmla="*/ 0 h 3771"/>
                <a:gd name="T30" fmla="*/ 0 w 16"/>
                <a:gd name="T31" fmla="*/ 0 h 3771"/>
                <a:gd name="T32" fmla="*/ 0 w 16"/>
                <a:gd name="T33" fmla="*/ 0 h 3771"/>
                <a:gd name="T34" fmla="*/ 0 w 16"/>
                <a:gd name="T35" fmla="*/ 0 h 3771"/>
                <a:gd name="T36" fmla="*/ 0 w 16"/>
                <a:gd name="T37" fmla="*/ 0 h 3771"/>
                <a:gd name="T38" fmla="*/ 0 w 16"/>
                <a:gd name="T39" fmla="*/ 0 h 3771"/>
                <a:gd name="T40" fmla="*/ 0 w 16"/>
                <a:gd name="T41" fmla="*/ 0 h 3771"/>
                <a:gd name="T42" fmla="*/ 0 w 16"/>
                <a:gd name="T43" fmla="*/ 0 h 3771"/>
                <a:gd name="T44" fmla="*/ 0 w 16"/>
                <a:gd name="T45" fmla="*/ 0 h 3771"/>
                <a:gd name="T46" fmla="*/ 0 w 16"/>
                <a:gd name="T47" fmla="*/ 0 h 3771"/>
                <a:gd name="T48" fmla="*/ 0 w 16"/>
                <a:gd name="T49" fmla="*/ 0 h 3771"/>
                <a:gd name="T50" fmla="*/ 0 w 16"/>
                <a:gd name="T51" fmla="*/ 0 h 3771"/>
                <a:gd name="T52" fmla="*/ 0 w 16"/>
                <a:gd name="T53" fmla="*/ 0 h 3771"/>
                <a:gd name="T54" fmla="*/ 0 w 16"/>
                <a:gd name="T55" fmla="*/ 0 h 3771"/>
                <a:gd name="T56" fmla="*/ 0 w 16"/>
                <a:gd name="T57" fmla="*/ 0 h 3771"/>
                <a:gd name="T58" fmla="*/ 0 w 16"/>
                <a:gd name="T59" fmla="*/ 0 h 3771"/>
                <a:gd name="T60" fmla="*/ 0 w 16"/>
                <a:gd name="T61" fmla="*/ 0 h 3771"/>
                <a:gd name="T62" fmla="*/ 0 w 16"/>
                <a:gd name="T63" fmla="*/ 0 h 3771"/>
                <a:gd name="T64" fmla="*/ 0 w 16"/>
                <a:gd name="T65" fmla="*/ 0 h 3771"/>
                <a:gd name="T66" fmla="*/ 0 w 16"/>
                <a:gd name="T67" fmla="*/ 0 h 3771"/>
                <a:gd name="T68" fmla="*/ 0 w 16"/>
                <a:gd name="T69" fmla="*/ 0 h 3771"/>
                <a:gd name="T70" fmla="*/ 0 w 16"/>
                <a:gd name="T71" fmla="*/ 0 h 3771"/>
                <a:gd name="T72" fmla="*/ 0 w 16"/>
                <a:gd name="T73" fmla="*/ 0 h 3771"/>
                <a:gd name="T74" fmla="*/ 0 w 16"/>
                <a:gd name="T75" fmla="*/ 0 h 3771"/>
                <a:gd name="T76" fmla="*/ 0 w 16"/>
                <a:gd name="T77" fmla="*/ 0 h 3771"/>
                <a:gd name="T78" fmla="*/ 0 w 16"/>
                <a:gd name="T79" fmla="*/ 0 h 3771"/>
                <a:gd name="T80" fmla="*/ 0 w 16"/>
                <a:gd name="T81" fmla="*/ 0 h 3771"/>
                <a:gd name="T82" fmla="*/ 0 w 16"/>
                <a:gd name="T83" fmla="*/ 0 h 3771"/>
                <a:gd name="T84" fmla="*/ 0 w 16"/>
                <a:gd name="T85" fmla="*/ 0 h 3771"/>
                <a:gd name="T86" fmla="*/ 0 w 16"/>
                <a:gd name="T87" fmla="*/ 0 h 3771"/>
                <a:gd name="T88" fmla="*/ 0 w 16"/>
                <a:gd name="T89" fmla="*/ 0 h 3771"/>
                <a:gd name="T90" fmla="*/ 0 w 16"/>
                <a:gd name="T91" fmla="*/ 0 h 377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6" h="3771">
                  <a:moveTo>
                    <a:pt x="16" y="8"/>
                  </a:moveTo>
                  <a:lnTo>
                    <a:pt x="16" y="122"/>
                  </a:lnTo>
                  <a:cubicBezTo>
                    <a:pt x="16" y="127"/>
                    <a:pt x="12" y="130"/>
                    <a:pt x="8" y="130"/>
                  </a:cubicBezTo>
                  <a:cubicBezTo>
                    <a:pt x="4" y="130"/>
                    <a:pt x="0" y="127"/>
                    <a:pt x="0" y="122"/>
                  </a:cubicBezTo>
                  <a:lnTo>
                    <a:pt x="0" y="8"/>
                  </a:ln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6" y="203"/>
                  </a:moveTo>
                  <a:lnTo>
                    <a:pt x="16" y="317"/>
                  </a:lnTo>
                  <a:cubicBezTo>
                    <a:pt x="16" y="322"/>
                    <a:pt x="12" y="325"/>
                    <a:pt x="8" y="325"/>
                  </a:cubicBezTo>
                  <a:cubicBezTo>
                    <a:pt x="4" y="325"/>
                    <a:pt x="0" y="322"/>
                    <a:pt x="0" y="317"/>
                  </a:cubicBezTo>
                  <a:lnTo>
                    <a:pt x="0" y="203"/>
                  </a:lnTo>
                  <a:cubicBezTo>
                    <a:pt x="0" y="199"/>
                    <a:pt x="4" y="195"/>
                    <a:pt x="8" y="195"/>
                  </a:cubicBezTo>
                  <a:cubicBezTo>
                    <a:pt x="12" y="195"/>
                    <a:pt x="16" y="199"/>
                    <a:pt x="16" y="203"/>
                  </a:cubicBezTo>
                  <a:close/>
                  <a:moveTo>
                    <a:pt x="16" y="398"/>
                  </a:moveTo>
                  <a:lnTo>
                    <a:pt x="16" y="512"/>
                  </a:lnTo>
                  <a:cubicBezTo>
                    <a:pt x="16" y="517"/>
                    <a:pt x="12" y="520"/>
                    <a:pt x="8" y="520"/>
                  </a:cubicBezTo>
                  <a:cubicBezTo>
                    <a:pt x="4" y="520"/>
                    <a:pt x="0" y="517"/>
                    <a:pt x="0" y="512"/>
                  </a:cubicBezTo>
                  <a:lnTo>
                    <a:pt x="0" y="398"/>
                  </a:lnTo>
                  <a:cubicBezTo>
                    <a:pt x="0" y="394"/>
                    <a:pt x="4" y="390"/>
                    <a:pt x="8" y="390"/>
                  </a:cubicBezTo>
                  <a:cubicBezTo>
                    <a:pt x="12" y="390"/>
                    <a:pt x="16" y="394"/>
                    <a:pt x="16" y="398"/>
                  </a:cubicBezTo>
                  <a:close/>
                  <a:moveTo>
                    <a:pt x="16" y="594"/>
                  </a:moveTo>
                  <a:lnTo>
                    <a:pt x="16" y="707"/>
                  </a:lnTo>
                  <a:cubicBezTo>
                    <a:pt x="16" y="712"/>
                    <a:pt x="12" y="715"/>
                    <a:pt x="8" y="715"/>
                  </a:cubicBezTo>
                  <a:cubicBezTo>
                    <a:pt x="4" y="715"/>
                    <a:pt x="0" y="712"/>
                    <a:pt x="0" y="707"/>
                  </a:cubicBezTo>
                  <a:lnTo>
                    <a:pt x="0" y="594"/>
                  </a:lnTo>
                  <a:cubicBezTo>
                    <a:pt x="0" y="589"/>
                    <a:pt x="4" y="585"/>
                    <a:pt x="8" y="585"/>
                  </a:cubicBezTo>
                  <a:cubicBezTo>
                    <a:pt x="12" y="585"/>
                    <a:pt x="16" y="589"/>
                    <a:pt x="16" y="594"/>
                  </a:cubicBezTo>
                  <a:close/>
                  <a:moveTo>
                    <a:pt x="16" y="789"/>
                  </a:moveTo>
                  <a:lnTo>
                    <a:pt x="16" y="902"/>
                  </a:lnTo>
                  <a:cubicBezTo>
                    <a:pt x="16" y="907"/>
                    <a:pt x="12" y="911"/>
                    <a:pt x="8" y="911"/>
                  </a:cubicBezTo>
                  <a:cubicBezTo>
                    <a:pt x="4" y="911"/>
                    <a:pt x="0" y="907"/>
                    <a:pt x="0" y="902"/>
                  </a:cubicBezTo>
                  <a:lnTo>
                    <a:pt x="0" y="789"/>
                  </a:lnTo>
                  <a:cubicBezTo>
                    <a:pt x="0" y="784"/>
                    <a:pt x="4" y="780"/>
                    <a:pt x="8" y="780"/>
                  </a:cubicBezTo>
                  <a:cubicBezTo>
                    <a:pt x="12" y="780"/>
                    <a:pt x="16" y="784"/>
                    <a:pt x="16" y="789"/>
                  </a:cubicBezTo>
                  <a:close/>
                  <a:moveTo>
                    <a:pt x="16" y="984"/>
                  </a:moveTo>
                  <a:lnTo>
                    <a:pt x="16" y="1097"/>
                  </a:lnTo>
                  <a:cubicBezTo>
                    <a:pt x="16" y="1102"/>
                    <a:pt x="12" y="1106"/>
                    <a:pt x="8" y="1106"/>
                  </a:cubicBezTo>
                  <a:cubicBezTo>
                    <a:pt x="4" y="1106"/>
                    <a:pt x="0" y="1102"/>
                    <a:pt x="0" y="1097"/>
                  </a:cubicBezTo>
                  <a:lnTo>
                    <a:pt x="0" y="984"/>
                  </a:lnTo>
                  <a:cubicBezTo>
                    <a:pt x="0" y="979"/>
                    <a:pt x="4" y="976"/>
                    <a:pt x="8" y="976"/>
                  </a:cubicBezTo>
                  <a:cubicBezTo>
                    <a:pt x="12" y="976"/>
                    <a:pt x="16" y="979"/>
                    <a:pt x="16" y="984"/>
                  </a:cubicBezTo>
                  <a:close/>
                  <a:moveTo>
                    <a:pt x="16" y="1179"/>
                  </a:moveTo>
                  <a:lnTo>
                    <a:pt x="16" y="1293"/>
                  </a:lnTo>
                  <a:cubicBezTo>
                    <a:pt x="16" y="1297"/>
                    <a:pt x="12" y="1301"/>
                    <a:pt x="8" y="1301"/>
                  </a:cubicBezTo>
                  <a:cubicBezTo>
                    <a:pt x="4" y="1301"/>
                    <a:pt x="0" y="1297"/>
                    <a:pt x="0" y="1293"/>
                  </a:cubicBezTo>
                  <a:lnTo>
                    <a:pt x="0" y="1179"/>
                  </a:lnTo>
                  <a:cubicBezTo>
                    <a:pt x="0" y="1174"/>
                    <a:pt x="4" y="1171"/>
                    <a:pt x="8" y="1171"/>
                  </a:cubicBezTo>
                  <a:cubicBezTo>
                    <a:pt x="12" y="1171"/>
                    <a:pt x="16" y="1174"/>
                    <a:pt x="16" y="1179"/>
                  </a:cubicBezTo>
                  <a:close/>
                  <a:moveTo>
                    <a:pt x="16" y="1374"/>
                  </a:moveTo>
                  <a:lnTo>
                    <a:pt x="16" y="1488"/>
                  </a:lnTo>
                  <a:cubicBezTo>
                    <a:pt x="16" y="1492"/>
                    <a:pt x="12" y="1496"/>
                    <a:pt x="8" y="1496"/>
                  </a:cubicBezTo>
                  <a:cubicBezTo>
                    <a:pt x="4" y="1496"/>
                    <a:pt x="0" y="1492"/>
                    <a:pt x="0" y="1488"/>
                  </a:cubicBezTo>
                  <a:lnTo>
                    <a:pt x="0" y="1374"/>
                  </a:lnTo>
                  <a:cubicBezTo>
                    <a:pt x="0" y="1369"/>
                    <a:pt x="4" y="1366"/>
                    <a:pt x="8" y="1366"/>
                  </a:cubicBezTo>
                  <a:cubicBezTo>
                    <a:pt x="12" y="1366"/>
                    <a:pt x="16" y="1369"/>
                    <a:pt x="16" y="1374"/>
                  </a:cubicBezTo>
                  <a:close/>
                  <a:moveTo>
                    <a:pt x="16" y="1569"/>
                  </a:moveTo>
                  <a:lnTo>
                    <a:pt x="16" y="1683"/>
                  </a:lnTo>
                  <a:cubicBezTo>
                    <a:pt x="16" y="1687"/>
                    <a:pt x="12" y="1691"/>
                    <a:pt x="8" y="1691"/>
                  </a:cubicBezTo>
                  <a:cubicBezTo>
                    <a:pt x="4" y="1691"/>
                    <a:pt x="0" y="1687"/>
                    <a:pt x="0" y="1683"/>
                  </a:cubicBezTo>
                  <a:lnTo>
                    <a:pt x="0" y="1569"/>
                  </a:lnTo>
                  <a:cubicBezTo>
                    <a:pt x="0" y="1564"/>
                    <a:pt x="4" y="1561"/>
                    <a:pt x="8" y="1561"/>
                  </a:cubicBezTo>
                  <a:cubicBezTo>
                    <a:pt x="12" y="1561"/>
                    <a:pt x="16" y="1564"/>
                    <a:pt x="16" y="1569"/>
                  </a:cubicBezTo>
                  <a:close/>
                  <a:moveTo>
                    <a:pt x="16" y="1764"/>
                  </a:moveTo>
                  <a:lnTo>
                    <a:pt x="16" y="1878"/>
                  </a:lnTo>
                  <a:cubicBezTo>
                    <a:pt x="16" y="1882"/>
                    <a:pt x="12" y="1886"/>
                    <a:pt x="8" y="1886"/>
                  </a:cubicBezTo>
                  <a:cubicBezTo>
                    <a:pt x="4" y="1886"/>
                    <a:pt x="0" y="1882"/>
                    <a:pt x="0" y="1878"/>
                  </a:cubicBezTo>
                  <a:lnTo>
                    <a:pt x="0" y="1764"/>
                  </a:lnTo>
                  <a:cubicBezTo>
                    <a:pt x="0" y="1759"/>
                    <a:pt x="4" y="1756"/>
                    <a:pt x="8" y="1756"/>
                  </a:cubicBezTo>
                  <a:cubicBezTo>
                    <a:pt x="12" y="1756"/>
                    <a:pt x="16" y="1759"/>
                    <a:pt x="16" y="1764"/>
                  </a:cubicBezTo>
                  <a:close/>
                  <a:moveTo>
                    <a:pt x="16" y="1959"/>
                  </a:moveTo>
                  <a:lnTo>
                    <a:pt x="16" y="2073"/>
                  </a:lnTo>
                  <a:cubicBezTo>
                    <a:pt x="16" y="2077"/>
                    <a:pt x="12" y="2081"/>
                    <a:pt x="8" y="2081"/>
                  </a:cubicBezTo>
                  <a:cubicBezTo>
                    <a:pt x="4" y="2081"/>
                    <a:pt x="0" y="2077"/>
                    <a:pt x="0" y="2073"/>
                  </a:cubicBezTo>
                  <a:lnTo>
                    <a:pt x="0" y="1959"/>
                  </a:lnTo>
                  <a:cubicBezTo>
                    <a:pt x="0" y="1955"/>
                    <a:pt x="4" y="1951"/>
                    <a:pt x="8" y="1951"/>
                  </a:cubicBezTo>
                  <a:cubicBezTo>
                    <a:pt x="12" y="1951"/>
                    <a:pt x="16" y="1955"/>
                    <a:pt x="16" y="1959"/>
                  </a:cubicBezTo>
                  <a:close/>
                  <a:moveTo>
                    <a:pt x="16" y="2154"/>
                  </a:moveTo>
                  <a:lnTo>
                    <a:pt x="16" y="2268"/>
                  </a:lnTo>
                  <a:cubicBezTo>
                    <a:pt x="16" y="2272"/>
                    <a:pt x="12" y="2276"/>
                    <a:pt x="8" y="2276"/>
                  </a:cubicBezTo>
                  <a:cubicBezTo>
                    <a:pt x="4" y="2276"/>
                    <a:pt x="0" y="2272"/>
                    <a:pt x="0" y="2268"/>
                  </a:cubicBezTo>
                  <a:lnTo>
                    <a:pt x="0" y="2154"/>
                  </a:lnTo>
                  <a:cubicBezTo>
                    <a:pt x="0" y="2150"/>
                    <a:pt x="4" y="2146"/>
                    <a:pt x="8" y="2146"/>
                  </a:cubicBezTo>
                  <a:cubicBezTo>
                    <a:pt x="12" y="2146"/>
                    <a:pt x="16" y="2150"/>
                    <a:pt x="16" y="2154"/>
                  </a:cubicBezTo>
                  <a:close/>
                  <a:moveTo>
                    <a:pt x="16" y="2349"/>
                  </a:moveTo>
                  <a:lnTo>
                    <a:pt x="16" y="2463"/>
                  </a:lnTo>
                  <a:cubicBezTo>
                    <a:pt x="16" y="2467"/>
                    <a:pt x="12" y="2471"/>
                    <a:pt x="8" y="2471"/>
                  </a:cubicBezTo>
                  <a:cubicBezTo>
                    <a:pt x="4" y="2471"/>
                    <a:pt x="0" y="2467"/>
                    <a:pt x="0" y="2463"/>
                  </a:cubicBezTo>
                  <a:lnTo>
                    <a:pt x="0" y="2349"/>
                  </a:lnTo>
                  <a:cubicBezTo>
                    <a:pt x="0" y="2345"/>
                    <a:pt x="4" y="2341"/>
                    <a:pt x="8" y="2341"/>
                  </a:cubicBezTo>
                  <a:cubicBezTo>
                    <a:pt x="12" y="2341"/>
                    <a:pt x="16" y="2345"/>
                    <a:pt x="16" y="2349"/>
                  </a:cubicBezTo>
                  <a:close/>
                  <a:moveTo>
                    <a:pt x="16" y="2544"/>
                  </a:moveTo>
                  <a:lnTo>
                    <a:pt x="16" y="2658"/>
                  </a:lnTo>
                  <a:cubicBezTo>
                    <a:pt x="16" y="2663"/>
                    <a:pt x="12" y="2666"/>
                    <a:pt x="8" y="2666"/>
                  </a:cubicBezTo>
                  <a:cubicBezTo>
                    <a:pt x="4" y="2666"/>
                    <a:pt x="0" y="2663"/>
                    <a:pt x="0" y="2658"/>
                  </a:cubicBezTo>
                  <a:lnTo>
                    <a:pt x="0" y="2544"/>
                  </a:lnTo>
                  <a:cubicBezTo>
                    <a:pt x="0" y="2540"/>
                    <a:pt x="4" y="2536"/>
                    <a:pt x="8" y="2536"/>
                  </a:cubicBezTo>
                  <a:cubicBezTo>
                    <a:pt x="12" y="2536"/>
                    <a:pt x="16" y="2540"/>
                    <a:pt x="16" y="2544"/>
                  </a:cubicBezTo>
                  <a:close/>
                  <a:moveTo>
                    <a:pt x="16" y="2739"/>
                  </a:moveTo>
                  <a:lnTo>
                    <a:pt x="16" y="2853"/>
                  </a:lnTo>
                  <a:cubicBezTo>
                    <a:pt x="16" y="2858"/>
                    <a:pt x="12" y="2861"/>
                    <a:pt x="8" y="2861"/>
                  </a:cubicBezTo>
                  <a:cubicBezTo>
                    <a:pt x="4" y="2861"/>
                    <a:pt x="0" y="2858"/>
                    <a:pt x="0" y="2853"/>
                  </a:cubicBezTo>
                  <a:lnTo>
                    <a:pt x="0" y="2739"/>
                  </a:lnTo>
                  <a:cubicBezTo>
                    <a:pt x="0" y="2735"/>
                    <a:pt x="4" y="2731"/>
                    <a:pt x="8" y="2731"/>
                  </a:cubicBezTo>
                  <a:cubicBezTo>
                    <a:pt x="12" y="2731"/>
                    <a:pt x="16" y="2735"/>
                    <a:pt x="16" y="2739"/>
                  </a:cubicBezTo>
                  <a:close/>
                  <a:moveTo>
                    <a:pt x="16" y="2934"/>
                  </a:moveTo>
                  <a:lnTo>
                    <a:pt x="16" y="3048"/>
                  </a:lnTo>
                  <a:cubicBezTo>
                    <a:pt x="16" y="3053"/>
                    <a:pt x="12" y="3056"/>
                    <a:pt x="8" y="3056"/>
                  </a:cubicBezTo>
                  <a:cubicBezTo>
                    <a:pt x="4" y="3056"/>
                    <a:pt x="0" y="3053"/>
                    <a:pt x="0" y="3048"/>
                  </a:cubicBezTo>
                  <a:lnTo>
                    <a:pt x="0" y="2934"/>
                  </a:lnTo>
                  <a:cubicBezTo>
                    <a:pt x="0" y="2930"/>
                    <a:pt x="4" y="2926"/>
                    <a:pt x="8" y="2926"/>
                  </a:cubicBezTo>
                  <a:cubicBezTo>
                    <a:pt x="12" y="2926"/>
                    <a:pt x="16" y="2930"/>
                    <a:pt x="16" y="2934"/>
                  </a:cubicBezTo>
                  <a:close/>
                  <a:moveTo>
                    <a:pt x="16" y="3129"/>
                  </a:moveTo>
                  <a:lnTo>
                    <a:pt x="16" y="3243"/>
                  </a:lnTo>
                  <a:cubicBezTo>
                    <a:pt x="16" y="3248"/>
                    <a:pt x="12" y="3251"/>
                    <a:pt x="8" y="3251"/>
                  </a:cubicBezTo>
                  <a:cubicBezTo>
                    <a:pt x="4" y="3251"/>
                    <a:pt x="0" y="3248"/>
                    <a:pt x="0" y="3243"/>
                  </a:cubicBezTo>
                  <a:lnTo>
                    <a:pt x="0" y="3129"/>
                  </a:lnTo>
                  <a:cubicBezTo>
                    <a:pt x="0" y="3125"/>
                    <a:pt x="4" y="3121"/>
                    <a:pt x="8" y="3121"/>
                  </a:cubicBezTo>
                  <a:cubicBezTo>
                    <a:pt x="12" y="3121"/>
                    <a:pt x="16" y="3125"/>
                    <a:pt x="16" y="3129"/>
                  </a:cubicBezTo>
                  <a:close/>
                  <a:moveTo>
                    <a:pt x="16" y="3325"/>
                  </a:moveTo>
                  <a:lnTo>
                    <a:pt x="16" y="3438"/>
                  </a:lnTo>
                  <a:cubicBezTo>
                    <a:pt x="16" y="3443"/>
                    <a:pt x="12" y="3446"/>
                    <a:pt x="8" y="3446"/>
                  </a:cubicBezTo>
                  <a:cubicBezTo>
                    <a:pt x="4" y="3446"/>
                    <a:pt x="0" y="3443"/>
                    <a:pt x="0" y="3438"/>
                  </a:cubicBezTo>
                  <a:lnTo>
                    <a:pt x="0" y="3325"/>
                  </a:lnTo>
                  <a:cubicBezTo>
                    <a:pt x="0" y="3320"/>
                    <a:pt x="4" y="3316"/>
                    <a:pt x="8" y="3316"/>
                  </a:cubicBezTo>
                  <a:cubicBezTo>
                    <a:pt x="12" y="3316"/>
                    <a:pt x="16" y="3320"/>
                    <a:pt x="16" y="3325"/>
                  </a:cubicBezTo>
                  <a:close/>
                  <a:moveTo>
                    <a:pt x="16" y="3520"/>
                  </a:moveTo>
                  <a:lnTo>
                    <a:pt x="16" y="3633"/>
                  </a:lnTo>
                  <a:cubicBezTo>
                    <a:pt x="16" y="3638"/>
                    <a:pt x="12" y="3642"/>
                    <a:pt x="8" y="3642"/>
                  </a:cubicBezTo>
                  <a:cubicBezTo>
                    <a:pt x="4" y="3642"/>
                    <a:pt x="0" y="3638"/>
                    <a:pt x="0" y="3633"/>
                  </a:cubicBezTo>
                  <a:lnTo>
                    <a:pt x="0" y="3520"/>
                  </a:lnTo>
                  <a:cubicBezTo>
                    <a:pt x="0" y="3515"/>
                    <a:pt x="4" y="3511"/>
                    <a:pt x="8" y="3511"/>
                  </a:cubicBezTo>
                  <a:cubicBezTo>
                    <a:pt x="12" y="3511"/>
                    <a:pt x="16" y="3515"/>
                    <a:pt x="16" y="3520"/>
                  </a:cubicBezTo>
                  <a:close/>
                  <a:moveTo>
                    <a:pt x="16" y="3715"/>
                  </a:moveTo>
                  <a:lnTo>
                    <a:pt x="16" y="3763"/>
                  </a:lnTo>
                  <a:cubicBezTo>
                    <a:pt x="16" y="3767"/>
                    <a:pt x="12" y="3771"/>
                    <a:pt x="8" y="3771"/>
                  </a:cubicBezTo>
                  <a:cubicBezTo>
                    <a:pt x="4" y="3771"/>
                    <a:pt x="0" y="3767"/>
                    <a:pt x="0" y="3763"/>
                  </a:cubicBezTo>
                  <a:lnTo>
                    <a:pt x="0" y="3715"/>
                  </a:lnTo>
                  <a:cubicBezTo>
                    <a:pt x="0" y="3710"/>
                    <a:pt x="4" y="3707"/>
                    <a:pt x="8" y="3707"/>
                  </a:cubicBezTo>
                  <a:cubicBezTo>
                    <a:pt x="12" y="3707"/>
                    <a:pt x="16" y="3710"/>
                    <a:pt x="16" y="37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Freeform 16">
              <a:extLst>
                <a:ext uri="{FF2B5EF4-FFF2-40B4-BE49-F238E27FC236}">
                  <a16:creationId xmlns:a16="http://schemas.microsoft.com/office/drawing/2014/main" id="{B1EC1081-2A9B-C2B5-39A3-A8105E35FA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1" y="1541"/>
              <a:ext cx="6" cy="1414"/>
            </a:xfrm>
            <a:custGeom>
              <a:avLst/>
              <a:gdLst>
                <a:gd name="T0" fmla="*/ 0 w 16"/>
                <a:gd name="T1" fmla="*/ 0 h 3771"/>
                <a:gd name="T2" fmla="*/ 0 w 16"/>
                <a:gd name="T3" fmla="*/ 0 h 3771"/>
                <a:gd name="T4" fmla="*/ 0 w 16"/>
                <a:gd name="T5" fmla="*/ 0 h 3771"/>
                <a:gd name="T6" fmla="*/ 0 w 16"/>
                <a:gd name="T7" fmla="*/ 0 h 3771"/>
                <a:gd name="T8" fmla="*/ 0 w 16"/>
                <a:gd name="T9" fmla="*/ 0 h 3771"/>
                <a:gd name="T10" fmla="*/ 0 w 16"/>
                <a:gd name="T11" fmla="*/ 0 h 3771"/>
                <a:gd name="T12" fmla="*/ 0 w 16"/>
                <a:gd name="T13" fmla="*/ 0 h 3771"/>
                <a:gd name="T14" fmla="*/ 0 w 16"/>
                <a:gd name="T15" fmla="*/ 0 h 3771"/>
                <a:gd name="T16" fmla="*/ 0 w 16"/>
                <a:gd name="T17" fmla="*/ 0 h 3771"/>
                <a:gd name="T18" fmla="*/ 0 w 16"/>
                <a:gd name="T19" fmla="*/ 0 h 3771"/>
                <a:gd name="T20" fmla="*/ 0 w 16"/>
                <a:gd name="T21" fmla="*/ 0 h 3771"/>
                <a:gd name="T22" fmla="*/ 0 w 16"/>
                <a:gd name="T23" fmla="*/ 0 h 3771"/>
                <a:gd name="T24" fmla="*/ 0 w 16"/>
                <a:gd name="T25" fmla="*/ 0 h 3771"/>
                <a:gd name="T26" fmla="*/ 0 w 16"/>
                <a:gd name="T27" fmla="*/ 0 h 3771"/>
                <a:gd name="T28" fmla="*/ 0 w 16"/>
                <a:gd name="T29" fmla="*/ 0 h 3771"/>
                <a:gd name="T30" fmla="*/ 0 w 16"/>
                <a:gd name="T31" fmla="*/ 0 h 3771"/>
                <a:gd name="T32" fmla="*/ 0 w 16"/>
                <a:gd name="T33" fmla="*/ 0 h 3771"/>
                <a:gd name="T34" fmla="*/ 0 w 16"/>
                <a:gd name="T35" fmla="*/ 0 h 3771"/>
                <a:gd name="T36" fmla="*/ 0 w 16"/>
                <a:gd name="T37" fmla="*/ 0 h 3771"/>
                <a:gd name="T38" fmla="*/ 0 w 16"/>
                <a:gd name="T39" fmla="*/ 0 h 3771"/>
                <a:gd name="T40" fmla="*/ 0 w 16"/>
                <a:gd name="T41" fmla="*/ 0 h 3771"/>
                <a:gd name="T42" fmla="*/ 0 w 16"/>
                <a:gd name="T43" fmla="*/ 0 h 3771"/>
                <a:gd name="T44" fmla="*/ 0 w 16"/>
                <a:gd name="T45" fmla="*/ 0 h 3771"/>
                <a:gd name="T46" fmla="*/ 0 w 16"/>
                <a:gd name="T47" fmla="*/ 0 h 3771"/>
                <a:gd name="T48" fmla="*/ 0 w 16"/>
                <a:gd name="T49" fmla="*/ 0 h 3771"/>
                <a:gd name="T50" fmla="*/ 0 w 16"/>
                <a:gd name="T51" fmla="*/ 0 h 3771"/>
                <a:gd name="T52" fmla="*/ 0 w 16"/>
                <a:gd name="T53" fmla="*/ 0 h 3771"/>
                <a:gd name="T54" fmla="*/ 0 w 16"/>
                <a:gd name="T55" fmla="*/ 0 h 3771"/>
                <a:gd name="T56" fmla="*/ 0 w 16"/>
                <a:gd name="T57" fmla="*/ 0 h 3771"/>
                <a:gd name="T58" fmla="*/ 0 w 16"/>
                <a:gd name="T59" fmla="*/ 0 h 3771"/>
                <a:gd name="T60" fmla="*/ 0 w 16"/>
                <a:gd name="T61" fmla="*/ 0 h 3771"/>
                <a:gd name="T62" fmla="*/ 0 w 16"/>
                <a:gd name="T63" fmla="*/ 0 h 3771"/>
                <a:gd name="T64" fmla="*/ 0 w 16"/>
                <a:gd name="T65" fmla="*/ 0 h 3771"/>
                <a:gd name="T66" fmla="*/ 0 w 16"/>
                <a:gd name="T67" fmla="*/ 0 h 3771"/>
                <a:gd name="T68" fmla="*/ 0 w 16"/>
                <a:gd name="T69" fmla="*/ 0 h 3771"/>
                <a:gd name="T70" fmla="*/ 0 w 16"/>
                <a:gd name="T71" fmla="*/ 0 h 3771"/>
                <a:gd name="T72" fmla="*/ 0 w 16"/>
                <a:gd name="T73" fmla="*/ 0 h 3771"/>
                <a:gd name="T74" fmla="*/ 0 w 16"/>
                <a:gd name="T75" fmla="*/ 0 h 3771"/>
                <a:gd name="T76" fmla="*/ 0 w 16"/>
                <a:gd name="T77" fmla="*/ 0 h 3771"/>
                <a:gd name="T78" fmla="*/ 0 w 16"/>
                <a:gd name="T79" fmla="*/ 0 h 3771"/>
                <a:gd name="T80" fmla="*/ 0 w 16"/>
                <a:gd name="T81" fmla="*/ 0 h 3771"/>
                <a:gd name="T82" fmla="*/ 0 w 16"/>
                <a:gd name="T83" fmla="*/ 0 h 3771"/>
                <a:gd name="T84" fmla="*/ 0 w 16"/>
                <a:gd name="T85" fmla="*/ 0 h 3771"/>
                <a:gd name="T86" fmla="*/ 0 w 16"/>
                <a:gd name="T87" fmla="*/ 0 h 3771"/>
                <a:gd name="T88" fmla="*/ 0 w 16"/>
                <a:gd name="T89" fmla="*/ 0 h 3771"/>
                <a:gd name="T90" fmla="*/ 0 w 16"/>
                <a:gd name="T91" fmla="*/ 0 h 377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6" h="3771">
                  <a:moveTo>
                    <a:pt x="16" y="8"/>
                  </a:moveTo>
                  <a:lnTo>
                    <a:pt x="16" y="122"/>
                  </a:lnTo>
                  <a:cubicBezTo>
                    <a:pt x="16" y="127"/>
                    <a:pt x="12" y="130"/>
                    <a:pt x="8" y="130"/>
                  </a:cubicBezTo>
                  <a:cubicBezTo>
                    <a:pt x="4" y="130"/>
                    <a:pt x="0" y="127"/>
                    <a:pt x="0" y="122"/>
                  </a:cubicBezTo>
                  <a:lnTo>
                    <a:pt x="0" y="8"/>
                  </a:ln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6" y="203"/>
                  </a:moveTo>
                  <a:lnTo>
                    <a:pt x="16" y="317"/>
                  </a:lnTo>
                  <a:cubicBezTo>
                    <a:pt x="16" y="322"/>
                    <a:pt x="12" y="325"/>
                    <a:pt x="8" y="325"/>
                  </a:cubicBezTo>
                  <a:cubicBezTo>
                    <a:pt x="4" y="325"/>
                    <a:pt x="0" y="322"/>
                    <a:pt x="0" y="317"/>
                  </a:cubicBezTo>
                  <a:lnTo>
                    <a:pt x="0" y="203"/>
                  </a:lnTo>
                  <a:cubicBezTo>
                    <a:pt x="0" y="199"/>
                    <a:pt x="4" y="195"/>
                    <a:pt x="8" y="195"/>
                  </a:cubicBezTo>
                  <a:cubicBezTo>
                    <a:pt x="12" y="195"/>
                    <a:pt x="16" y="199"/>
                    <a:pt x="16" y="203"/>
                  </a:cubicBezTo>
                  <a:close/>
                  <a:moveTo>
                    <a:pt x="16" y="398"/>
                  </a:moveTo>
                  <a:lnTo>
                    <a:pt x="16" y="512"/>
                  </a:lnTo>
                  <a:cubicBezTo>
                    <a:pt x="16" y="517"/>
                    <a:pt x="12" y="520"/>
                    <a:pt x="8" y="520"/>
                  </a:cubicBezTo>
                  <a:cubicBezTo>
                    <a:pt x="4" y="520"/>
                    <a:pt x="0" y="517"/>
                    <a:pt x="0" y="512"/>
                  </a:cubicBezTo>
                  <a:lnTo>
                    <a:pt x="0" y="398"/>
                  </a:lnTo>
                  <a:cubicBezTo>
                    <a:pt x="0" y="394"/>
                    <a:pt x="4" y="390"/>
                    <a:pt x="8" y="390"/>
                  </a:cubicBezTo>
                  <a:cubicBezTo>
                    <a:pt x="12" y="390"/>
                    <a:pt x="16" y="394"/>
                    <a:pt x="16" y="398"/>
                  </a:cubicBezTo>
                  <a:close/>
                  <a:moveTo>
                    <a:pt x="16" y="594"/>
                  </a:moveTo>
                  <a:lnTo>
                    <a:pt x="16" y="707"/>
                  </a:lnTo>
                  <a:cubicBezTo>
                    <a:pt x="16" y="712"/>
                    <a:pt x="12" y="715"/>
                    <a:pt x="8" y="715"/>
                  </a:cubicBezTo>
                  <a:cubicBezTo>
                    <a:pt x="4" y="715"/>
                    <a:pt x="0" y="712"/>
                    <a:pt x="0" y="707"/>
                  </a:cubicBezTo>
                  <a:lnTo>
                    <a:pt x="0" y="594"/>
                  </a:lnTo>
                  <a:cubicBezTo>
                    <a:pt x="0" y="589"/>
                    <a:pt x="4" y="585"/>
                    <a:pt x="8" y="585"/>
                  </a:cubicBezTo>
                  <a:cubicBezTo>
                    <a:pt x="12" y="585"/>
                    <a:pt x="16" y="589"/>
                    <a:pt x="16" y="594"/>
                  </a:cubicBezTo>
                  <a:close/>
                  <a:moveTo>
                    <a:pt x="16" y="789"/>
                  </a:moveTo>
                  <a:lnTo>
                    <a:pt x="16" y="902"/>
                  </a:lnTo>
                  <a:cubicBezTo>
                    <a:pt x="16" y="907"/>
                    <a:pt x="12" y="911"/>
                    <a:pt x="8" y="911"/>
                  </a:cubicBezTo>
                  <a:cubicBezTo>
                    <a:pt x="4" y="911"/>
                    <a:pt x="0" y="907"/>
                    <a:pt x="0" y="902"/>
                  </a:cubicBezTo>
                  <a:lnTo>
                    <a:pt x="0" y="789"/>
                  </a:lnTo>
                  <a:cubicBezTo>
                    <a:pt x="0" y="784"/>
                    <a:pt x="4" y="780"/>
                    <a:pt x="8" y="780"/>
                  </a:cubicBezTo>
                  <a:cubicBezTo>
                    <a:pt x="12" y="780"/>
                    <a:pt x="16" y="784"/>
                    <a:pt x="16" y="789"/>
                  </a:cubicBezTo>
                  <a:close/>
                  <a:moveTo>
                    <a:pt x="16" y="984"/>
                  </a:moveTo>
                  <a:lnTo>
                    <a:pt x="16" y="1097"/>
                  </a:lnTo>
                  <a:cubicBezTo>
                    <a:pt x="16" y="1102"/>
                    <a:pt x="12" y="1106"/>
                    <a:pt x="8" y="1106"/>
                  </a:cubicBezTo>
                  <a:cubicBezTo>
                    <a:pt x="4" y="1106"/>
                    <a:pt x="0" y="1102"/>
                    <a:pt x="0" y="1097"/>
                  </a:cubicBezTo>
                  <a:lnTo>
                    <a:pt x="0" y="984"/>
                  </a:lnTo>
                  <a:cubicBezTo>
                    <a:pt x="0" y="979"/>
                    <a:pt x="4" y="976"/>
                    <a:pt x="8" y="976"/>
                  </a:cubicBezTo>
                  <a:cubicBezTo>
                    <a:pt x="12" y="976"/>
                    <a:pt x="16" y="979"/>
                    <a:pt x="16" y="984"/>
                  </a:cubicBezTo>
                  <a:close/>
                  <a:moveTo>
                    <a:pt x="16" y="1179"/>
                  </a:moveTo>
                  <a:lnTo>
                    <a:pt x="16" y="1293"/>
                  </a:lnTo>
                  <a:cubicBezTo>
                    <a:pt x="16" y="1297"/>
                    <a:pt x="12" y="1301"/>
                    <a:pt x="8" y="1301"/>
                  </a:cubicBezTo>
                  <a:cubicBezTo>
                    <a:pt x="4" y="1301"/>
                    <a:pt x="0" y="1297"/>
                    <a:pt x="0" y="1293"/>
                  </a:cubicBezTo>
                  <a:lnTo>
                    <a:pt x="0" y="1179"/>
                  </a:lnTo>
                  <a:cubicBezTo>
                    <a:pt x="0" y="1174"/>
                    <a:pt x="4" y="1171"/>
                    <a:pt x="8" y="1171"/>
                  </a:cubicBezTo>
                  <a:cubicBezTo>
                    <a:pt x="12" y="1171"/>
                    <a:pt x="16" y="1174"/>
                    <a:pt x="16" y="1179"/>
                  </a:cubicBezTo>
                  <a:close/>
                  <a:moveTo>
                    <a:pt x="16" y="1374"/>
                  </a:moveTo>
                  <a:lnTo>
                    <a:pt x="16" y="1488"/>
                  </a:lnTo>
                  <a:cubicBezTo>
                    <a:pt x="16" y="1492"/>
                    <a:pt x="12" y="1496"/>
                    <a:pt x="8" y="1496"/>
                  </a:cubicBezTo>
                  <a:cubicBezTo>
                    <a:pt x="4" y="1496"/>
                    <a:pt x="0" y="1492"/>
                    <a:pt x="0" y="1488"/>
                  </a:cubicBezTo>
                  <a:lnTo>
                    <a:pt x="0" y="1374"/>
                  </a:lnTo>
                  <a:cubicBezTo>
                    <a:pt x="0" y="1369"/>
                    <a:pt x="4" y="1366"/>
                    <a:pt x="8" y="1366"/>
                  </a:cubicBezTo>
                  <a:cubicBezTo>
                    <a:pt x="12" y="1366"/>
                    <a:pt x="16" y="1369"/>
                    <a:pt x="16" y="1374"/>
                  </a:cubicBezTo>
                  <a:close/>
                  <a:moveTo>
                    <a:pt x="16" y="1569"/>
                  </a:moveTo>
                  <a:lnTo>
                    <a:pt x="16" y="1683"/>
                  </a:lnTo>
                  <a:cubicBezTo>
                    <a:pt x="16" y="1687"/>
                    <a:pt x="12" y="1691"/>
                    <a:pt x="8" y="1691"/>
                  </a:cubicBezTo>
                  <a:cubicBezTo>
                    <a:pt x="4" y="1691"/>
                    <a:pt x="0" y="1687"/>
                    <a:pt x="0" y="1683"/>
                  </a:cubicBezTo>
                  <a:lnTo>
                    <a:pt x="0" y="1569"/>
                  </a:lnTo>
                  <a:cubicBezTo>
                    <a:pt x="0" y="1564"/>
                    <a:pt x="4" y="1561"/>
                    <a:pt x="8" y="1561"/>
                  </a:cubicBezTo>
                  <a:cubicBezTo>
                    <a:pt x="12" y="1561"/>
                    <a:pt x="16" y="1564"/>
                    <a:pt x="16" y="1569"/>
                  </a:cubicBezTo>
                  <a:close/>
                  <a:moveTo>
                    <a:pt x="16" y="1764"/>
                  </a:moveTo>
                  <a:lnTo>
                    <a:pt x="16" y="1878"/>
                  </a:lnTo>
                  <a:cubicBezTo>
                    <a:pt x="16" y="1882"/>
                    <a:pt x="12" y="1886"/>
                    <a:pt x="8" y="1886"/>
                  </a:cubicBezTo>
                  <a:cubicBezTo>
                    <a:pt x="4" y="1886"/>
                    <a:pt x="0" y="1882"/>
                    <a:pt x="0" y="1878"/>
                  </a:cubicBezTo>
                  <a:lnTo>
                    <a:pt x="0" y="1764"/>
                  </a:lnTo>
                  <a:cubicBezTo>
                    <a:pt x="0" y="1759"/>
                    <a:pt x="4" y="1756"/>
                    <a:pt x="8" y="1756"/>
                  </a:cubicBezTo>
                  <a:cubicBezTo>
                    <a:pt x="12" y="1756"/>
                    <a:pt x="16" y="1759"/>
                    <a:pt x="16" y="1764"/>
                  </a:cubicBezTo>
                  <a:close/>
                  <a:moveTo>
                    <a:pt x="16" y="1959"/>
                  </a:moveTo>
                  <a:lnTo>
                    <a:pt x="16" y="2073"/>
                  </a:lnTo>
                  <a:cubicBezTo>
                    <a:pt x="16" y="2077"/>
                    <a:pt x="12" y="2081"/>
                    <a:pt x="8" y="2081"/>
                  </a:cubicBezTo>
                  <a:cubicBezTo>
                    <a:pt x="4" y="2081"/>
                    <a:pt x="0" y="2077"/>
                    <a:pt x="0" y="2073"/>
                  </a:cubicBezTo>
                  <a:lnTo>
                    <a:pt x="0" y="1959"/>
                  </a:lnTo>
                  <a:cubicBezTo>
                    <a:pt x="0" y="1955"/>
                    <a:pt x="4" y="1951"/>
                    <a:pt x="8" y="1951"/>
                  </a:cubicBezTo>
                  <a:cubicBezTo>
                    <a:pt x="12" y="1951"/>
                    <a:pt x="16" y="1955"/>
                    <a:pt x="16" y="1959"/>
                  </a:cubicBezTo>
                  <a:close/>
                  <a:moveTo>
                    <a:pt x="16" y="2154"/>
                  </a:moveTo>
                  <a:lnTo>
                    <a:pt x="16" y="2268"/>
                  </a:lnTo>
                  <a:cubicBezTo>
                    <a:pt x="16" y="2272"/>
                    <a:pt x="12" y="2276"/>
                    <a:pt x="8" y="2276"/>
                  </a:cubicBezTo>
                  <a:cubicBezTo>
                    <a:pt x="4" y="2276"/>
                    <a:pt x="0" y="2272"/>
                    <a:pt x="0" y="2268"/>
                  </a:cubicBezTo>
                  <a:lnTo>
                    <a:pt x="0" y="2154"/>
                  </a:lnTo>
                  <a:cubicBezTo>
                    <a:pt x="0" y="2150"/>
                    <a:pt x="4" y="2146"/>
                    <a:pt x="8" y="2146"/>
                  </a:cubicBezTo>
                  <a:cubicBezTo>
                    <a:pt x="12" y="2146"/>
                    <a:pt x="16" y="2150"/>
                    <a:pt x="16" y="2154"/>
                  </a:cubicBezTo>
                  <a:close/>
                  <a:moveTo>
                    <a:pt x="16" y="2349"/>
                  </a:moveTo>
                  <a:lnTo>
                    <a:pt x="16" y="2463"/>
                  </a:lnTo>
                  <a:cubicBezTo>
                    <a:pt x="16" y="2467"/>
                    <a:pt x="12" y="2471"/>
                    <a:pt x="8" y="2471"/>
                  </a:cubicBezTo>
                  <a:cubicBezTo>
                    <a:pt x="4" y="2471"/>
                    <a:pt x="0" y="2467"/>
                    <a:pt x="0" y="2463"/>
                  </a:cubicBezTo>
                  <a:lnTo>
                    <a:pt x="0" y="2349"/>
                  </a:lnTo>
                  <a:cubicBezTo>
                    <a:pt x="0" y="2345"/>
                    <a:pt x="4" y="2341"/>
                    <a:pt x="8" y="2341"/>
                  </a:cubicBezTo>
                  <a:cubicBezTo>
                    <a:pt x="12" y="2341"/>
                    <a:pt x="16" y="2345"/>
                    <a:pt x="16" y="2349"/>
                  </a:cubicBezTo>
                  <a:close/>
                  <a:moveTo>
                    <a:pt x="16" y="2544"/>
                  </a:moveTo>
                  <a:lnTo>
                    <a:pt x="16" y="2658"/>
                  </a:lnTo>
                  <a:cubicBezTo>
                    <a:pt x="16" y="2663"/>
                    <a:pt x="12" y="2666"/>
                    <a:pt x="8" y="2666"/>
                  </a:cubicBezTo>
                  <a:cubicBezTo>
                    <a:pt x="4" y="2666"/>
                    <a:pt x="0" y="2663"/>
                    <a:pt x="0" y="2658"/>
                  </a:cubicBezTo>
                  <a:lnTo>
                    <a:pt x="0" y="2544"/>
                  </a:lnTo>
                  <a:cubicBezTo>
                    <a:pt x="0" y="2540"/>
                    <a:pt x="4" y="2536"/>
                    <a:pt x="8" y="2536"/>
                  </a:cubicBezTo>
                  <a:cubicBezTo>
                    <a:pt x="12" y="2536"/>
                    <a:pt x="16" y="2540"/>
                    <a:pt x="16" y="2544"/>
                  </a:cubicBezTo>
                  <a:close/>
                  <a:moveTo>
                    <a:pt x="16" y="2739"/>
                  </a:moveTo>
                  <a:lnTo>
                    <a:pt x="16" y="2853"/>
                  </a:lnTo>
                  <a:cubicBezTo>
                    <a:pt x="16" y="2858"/>
                    <a:pt x="12" y="2861"/>
                    <a:pt x="8" y="2861"/>
                  </a:cubicBezTo>
                  <a:cubicBezTo>
                    <a:pt x="4" y="2861"/>
                    <a:pt x="0" y="2858"/>
                    <a:pt x="0" y="2853"/>
                  </a:cubicBezTo>
                  <a:lnTo>
                    <a:pt x="0" y="2739"/>
                  </a:lnTo>
                  <a:cubicBezTo>
                    <a:pt x="0" y="2735"/>
                    <a:pt x="4" y="2731"/>
                    <a:pt x="8" y="2731"/>
                  </a:cubicBezTo>
                  <a:cubicBezTo>
                    <a:pt x="12" y="2731"/>
                    <a:pt x="16" y="2735"/>
                    <a:pt x="16" y="2739"/>
                  </a:cubicBezTo>
                  <a:close/>
                  <a:moveTo>
                    <a:pt x="16" y="2934"/>
                  </a:moveTo>
                  <a:lnTo>
                    <a:pt x="16" y="3048"/>
                  </a:lnTo>
                  <a:cubicBezTo>
                    <a:pt x="16" y="3053"/>
                    <a:pt x="12" y="3056"/>
                    <a:pt x="8" y="3056"/>
                  </a:cubicBezTo>
                  <a:cubicBezTo>
                    <a:pt x="4" y="3056"/>
                    <a:pt x="0" y="3053"/>
                    <a:pt x="0" y="3048"/>
                  </a:cubicBezTo>
                  <a:lnTo>
                    <a:pt x="0" y="2934"/>
                  </a:lnTo>
                  <a:cubicBezTo>
                    <a:pt x="0" y="2930"/>
                    <a:pt x="4" y="2926"/>
                    <a:pt x="8" y="2926"/>
                  </a:cubicBezTo>
                  <a:cubicBezTo>
                    <a:pt x="12" y="2926"/>
                    <a:pt x="16" y="2930"/>
                    <a:pt x="16" y="2934"/>
                  </a:cubicBezTo>
                  <a:close/>
                  <a:moveTo>
                    <a:pt x="16" y="3129"/>
                  </a:moveTo>
                  <a:lnTo>
                    <a:pt x="16" y="3243"/>
                  </a:lnTo>
                  <a:cubicBezTo>
                    <a:pt x="16" y="3248"/>
                    <a:pt x="12" y="3251"/>
                    <a:pt x="8" y="3251"/>
                  </a:cubicBezTo>
                  <a:cubicBezTo>
                    <a:pt x="4" y="3251"/>
                    <a:pt x="0" y="3248"/>
                    <a:pt x="0" y="3243"/>
                  </a:cubicBezTo>
                  <a:lnTo>
                    <a:pt x="0" y="3129"/>
                  </a:lnTo>
                  <a:cubicBezTo>
                    <a:pt x="0" y="3125"/>
                    <a:pt x="4" y="3121"/>
                    <a:pt x="8" y="3121"/>
                  </a:cubicBezTo>
                  <a:cubicBezTo>
                    <a:pt x="12" y="3121"/>
                    <a:pt x="16" y="3125"/>
                    <a:pt x="16" y="3129"/>
                  </a:cubicBezTo>
                  <a:close/>
                  <a:moveTo>
                    <a:pt x="16" y="3325"/>
                  </a:moveTo>
                  <a:lnTo>
                    <a:pt x="16" y="3438"/>
                  </a:lnTo>
                  <a:cubicBezTo>
                    <a:pt x="16" y="3443"/>
                    <a:pt x="12" y="3446"/>
                    <a:pt x="8" y="3446"/>
                  </a:cubicBezTo>
                  <a:cubicBezTo>
                    <a:pt x="4" y="3446"/>
                    <a:pt x="0" y="3443"/>
                    <a:pt x="0" y="3438"/>
                  </a:cubicBezTo>
                  <a:lnTo>
                    <a:pt x="0" y="3325"/>
                  </a:lnTo>
                  <a:cubicBezTo>
                    <a:pt x="0" y="3320"/>
                    <a:pt x="4" y="3316"/>
                    <a:pt x="8" y="3316"/>
                  </a:cubicBezTo>
                  <a:cubicBezTo>
                    <a:pt x="12" y="3316"/>
                    <a:pt x="16" y="3320"/>
                    <a:pt x="16" y="3325"/>
                  </a:cubicBezTo>
                  <a:close/>
                  <a:moveTo>
                    <a:pt x="16" y="3520"/>
                  </a:moveTo>
                  <a:lnTo>
                    <a:pt x="16" y="3633"/>
                  </a:lnTo>
                  <a:cubicBezTo>
                    <a:pt x="16" y="3638"/>
                    <a:pt x="12" y="3642"/>
                    <a:pt x="8" y="3642"/>
                  </a:cubicBezTo>
                  <a:cubicBezTo>
                    <a:pt x="4" y="3642"/>
                    <a:pt x="0" y="3638"/>
                    <a:pt x="0" y="3633"/>
                  </a:cubicBezTo>
                  <a:lnTo>
                    <a:pt x="0" y="3520"/>
                  </a:lnTo>
                  <a:cubicBezTo>
                    <a:pt x="0" y="3515"/>
                    <a:pt x="4" y="3511"/>
                    <a:pt x="8" y="3511"/>
                  </a:cubicBezTo>
                  <a:cubicBezTo>
                    <a:pt x="12" y="3511"/>
                    <a:pt x="16" y="3515"/>
                    <a:pt x="16" y="3520"/>
                  </a:cubicBezTo>
                  <a:close/>
                  <a:moveTo>
                    <a:pt x="16" y="3715"/>
                  </a:moveTo>
                  <a:lnTo>
                    <a:pt x="16" y="3763"/>
                  </a:lnTo>
                  <a:cubicBezTo>
                    <a:pt x="16" y="3767"/>
                    <a:pt x="12" y="3771"/>
                    <a:pt x="8" y="3771"/>
                  </a:cubicBezTo>
                  <a:cubicBezTo>
                    <a:pt x="4" y="3771"/>
                    <a:pt x="0" y="3767"/>
                    <a:pt x="0" y="3763"/>
                  </a:cubicBezTo>
                  <a:lnTo>
                    <a:pt x="0" y="3715"/>
                  </a:lnTo>
                  <a:cubicBezTo>
                    <a:pt x="0" y="3710"/>
                    <a:pt x="4" y="3707"/>
                    <a:pt x="8" y="3707"/>
                  </a:cubicBezTo>
                  <a:cubicBezTo>
                    <a:pt x="12" y="3707"/>
                    <a:pt x="16" y="3710"/>
                    <a:pt x="16" y="37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Freeform 17">
              <a:extLst>
                <a:ext uri="{FF2B5EF4-FFF2-40B4-BE49-F238E27FC236}">
                  <a16:creationId xmlns:a16="http://schemas.microsoft.com/office/drawing/2014/main" id="{B30EA68B-6B50-BF24-C917-6DB221C950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" y="1797"/>
              <a:ext cx="1926" cy="6"/>
            </a:xfrm>
            <a:custGeom>
              <a:avLst/>
              <a:gdLst>
                <a:gd name="T0" fmla="*/ 0 w 5136"/>
                <a:gd name="T1" fmla="*/ 0 h 16"/>
                <a:gd name="T2" fmla="*/ 0 w 5136"/>
                <a:gd name="T3" fmla="*/ 0 h 16"/>
                <a:gd name="T4" fmla="*/ 0 w 5136"/>
                <a:gd name="T5" fmla="*/ 0 h 16"/>
                <a:gd name="T6" fmla="*/ 0 w 5136"/>
                <a:gd name="T7" fmla="*/ 0 h 16"/>
                <a:gd name="T8" fmla="*/ 0 w 5136"/>
                <a:gd name="T9" fmla="*/ 0 h 16"/>
                <a:gd name="T10" fmla="*/ 0 w 5136"/>
                <a:gd name="T11" fmla="*/ 0 h 16"/>
                <a:gd name="T12" fmla="*/ 0 w 5136"/>
                <a:gd name="T13" fmla="*/ 0 h 16"/>
                <a:gd name="T14" fmla="*/ 0 w 5136"/>
                <a:gd name="T15" fmla="*/ 0 h 16"/>
                <a:gd name="T16" fmla="*/ 0 w 5136"/>
                <a:gd name="T17" fmla="*/ 0 h 16"/>
                <a:gd name="T18" fmla="*/ 0 w 5136"/>
                <a:gd name="T19" fmla="*/ 0 h 16"/>
                <a:gd name="T20" fmla="*/ 0 w 5136"/>
                <a:gd name="T21" fmla="*/ 0 h 16"/>
                <a:gd name="T22" fmla="*/ 0 w 5136"/>
                <a:gd name="T23" fmla="*/ 0 h 16"/>
                <a:gd name="T24" fmla="*/ 0 w 5136"/>
                <a:gd name="T25" fmla="*/ 0 h 16"/>
                <a:gd name="T26" fmla="*/ 0 w 5136"/>
                <a:gd name="T27" fmla="*/ 0 h 16"/>
                <a:gd name="T28" fmla="*/ 0 w 5136"/>
                <a:gd name="T29" fmla="*/ 0 h 16"/>
                <a:gd name="T30" fmla="*/ 0 w 5136"/>
                <a:gd name="T31" fmla="*/ 0 h 16"/>
                <a:gd name="T32" fmla="*/ 0 w 5136"/>
                <a:gd name="T33" fmla="*/ 0 h 16"/>
                <a:gd name="T34" fmla="*/ 0 w 5136"/>
                <a:gd name="T35" fmla="*/ 0 h 16"/>
                <a:gd name="T36" fmla="*/ 0 w 5136"/>
                <a:gd name="T37" fmla="*/ 0 h 16"/>
                <a:gd name="T38" fmla="*/ 0 w 5136"/>
                <a:gd name="T39" fmla="*/ 0 h 16"/>
                <a:gd name="T40" fmla="*/ 0 w 5136"/>
                <a:gd name="T41" fmla="*/ 0 h 16"/>
                <a:gd name="T42" fmla="*/ 0 w 5136"/>
                <a:gd name="T43" fmla="*/ 0 h 16"/>
                <a:gd name="T44" fmla="*/ 0 w 5136"/>
                <a:gd name="T45" fmla="*/ 0 h 16"/>
                <a:gd name="T46" fmla="*/ 0 w 5136"/>
                <a:gd name="T47" fmla="*/ 0 h 16"/>
                <a:gd name="T48" fmla="*/ 0 w 5136"/>
                <a:gd name="T49" fmla="*/ 0 h 16"/>
                <a:gd name="T50" fmla="*/ 0 w 5136"/>
                <a:gd name="T51" fmla="*/ 0 h 16"/>
                <a:gd name="T52" fmla="*/ 0 w 5136"/>
                <a:gd name="T53" fmla="*/ 0 h 16"/>
                <a:gd name="T54" fmla="*/ 0 w 5136"/>
                <a:gd name="T55" fmla="*/ 0 h 16"/>
                <a:gd name="T56" fmla="*/ 0 w 5136"/>
                <a:gd name="T57" fmla="*/ 0 h 16"/>
                <a:gd name="T58" fmla="*/ 0 w 5136"/>
                <a:gd name="T59" fmla="*/ 0 h 16"/>
                <a:gd name="T60" fmla="*/ 0 w 5136"/>
                <a:gd name="T61" fmla="*/ 0 h 16"/>
                <a:gd name="T62" fmla="*/ 0 w 5136"/>
                <a:gd name="T63" fmla="*/ 0 h 16"/>
                <a:gd name="T64" fmla="*/ 0 w 5136"/>
                <a:gd name="T65" fmla="*/ 0 h 16"/>
                <a:gd name="T66" fmla="*/ 0 w 5136"/>
                <a:gd name="T67" fmla="*/ 0 h 16"/>
                <a:gd name="T68" fmla="*/ 0 w 5136"/>
                <a:gd name="T69" fmla="*/ 0 h 16"/>
                <a:gd name="T70" fmla="*/ 0 w 5136"/>
                <a:gd name="T71" fmla="*/ 0 h 16"/>
                <a:gd name="T72" fmla="*/ 0 w 5136"/>
                <a:gd name="T73" fmla="*/ 0 h 16"/>
                <a:gd name="T74" fmla="*/ 0 w 5136"/>
                <a:gd name="T75" fmla="*/ 0 h 16"/>
                <a:gd name="T76" fmla="*/ 0 w 5136"/>
                <a:gd name="T77" fmla="*/ 0 h 16"/>
                <a:gd name="T78" fmla="*/ 0 w 5136"/>
                <a:gd name="T79" fmla="*/ 0 h 16"/>
                <a:gd name="T80" fmla="*/ 0 w 5136"/>
                <a:gd name="T81" fmla="*/ 0 h 16"/>
                <a:gd name="T82" fmla="*/ 0 w 5136"/>
                <a:gd name="T83" fmla="*/ 0 h 16"/>
                <a:gd name="T84" fmla="*/ 0 w 5136"/>
                <a:gd name="T85" fmla="*/ 0 h 16"/>
                <a:gd name="T86" fmla="*/ 0 w 5136"/>
                <a:gd name="T87" fmla="*/ 0 h 16"/>
                <a:gd name="T88" fmla="*/ 0 w 5136"/>
                <a:gd name="T89" fmla="*/ 0 h 16"/>
                <a:gd name="T90" fmla="*/ 0 w 5136"/>
                <a:gd name="T91" fmla="*/ 0 h 16"/>
                <a:gd name="T92" fmla="*/ 0 w 5136"/>
                <a:gd name="T93" fmla="*/ 0 h 16"/>
                <a:gd name="T94" fmla="*/ 0 w 5136"/>
                <a:gd name="T95" fmla="*/ 0 h 16"/>
                <a:gd name="T96" fmla="*/ 0 w 5136"/>
                <a:gd name="T97" fmla="*/ 0 h 16"/>
                <a:gd name="T98" fmla="*/ 0 w 5136"/>
                <a:gd name="T99" fmla="*/ 0 h 16"/>
                <a:gd name="T100" fmla="*/ 0 w 5136"/>
                <a:gd name="T101" fmla="*/ 0 h 16"/>
                <a:gd name="T102" fmla="*/ 0 w 5136"/>
                <a:gd name="T103" fmla="*/ 0 h 16"/>
                <a:gd name="T104" fmla="*/ 0 w 5136"/>
                <a:gd name="T105" fmla="*/ 0 h 16"/>
                <a:gd name="T106" fmla="*/ 0 w 5136"/>
                <a:gd name="T107" fmla="*/ 0 h 16"/>
                <a:gd name="T108" fmla="*/ 0 w 5136"/>
                <a:gd name="T109" fmla="*/ 0 h 16"/>
                <a:gd name="T110" fmla="*/ 0 w 5136"/>
                <a:gd name="T111" fmla="*/ 0 h 16"/>
                <a:gd name="T112" fmla="*/ 0 w 5136"/>
                <a:gd name="T113" fmla="*/ 0 h 16"/>
                <a:gd name="T114" fmla="*/ 0 w 5136"/>
                <a:gd name="T115" fmla="*/ 0 h 16"/>
                <a:gd name="T116" fmla="*/ 0 w 5136"/>
                <a:gd name="T117" fmla="*/ 0 h 16"/>
                <a:gd name="T118" fmla="*/ 0 w 5136"/>
                <a:gd name="T119" fmla="*/ 0 h 16"/>
                <a:gd name="T120" fmla="*/ 0 w 5136"/>
                <a:gd name="T121" fmla="*/ 0 h 16"/>
                <a:gd name="T122" fmla="*/ 0 w 5136"/>
                <a:gd name="T123" fmla="*/ 0 h 16"/>
                <a:gd name="T124" fmla="*/ 0 w 5136"/>
                <a:gd name="T125" fmla="*/ 0 h 1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136" h="16">
                  <a:moveTo>
                    <a:pt x="8" y="0"/>
                  </a:moveTo>
                  <a:lnTo>
                    <a:pt x="122" y="0"/>
                  </a:lnTo>
                  <a:cubicBezTo>
                    <a:pt x="126" y="0"/>
                    <a:pt x="130" y="3"/>
                    <a:pt x="130" y="8"/>
                  </a:cubicBezTo>
                  <a:cubicBezTo>
                    <a:pt x="130" y="12"/>
                    <a:pt x="126" y="16"/>
                    <a:pt x="122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3" y="0"/>
                  </a:moveTo>
                  <a:lnTo>
                    <a:pt x="317" y="0"/>
                  </a:lnTo>
                  <a:cubicBezTo>
                    <a:pt x="321" y="0"/>
                    <a:pt x="325" y="3"/>
                    <a:pt x="325" y="8"/>
                  </a:cubicBezTo>
                  <a:cubicBezTo>
                    <a:pt x="325" y="12"/>
                    <a:pt x="321" y="16"/>
                    <a:pt x="317" y="16"/>
                  </a:cubicBezTo>
                  <a:lnTo>
                    <a:pt x="203" y="16"/>
                  </a:lnTo>
                  <a:cubicBezTo>
                    <a:pt x="199" y="16"/>
                    <a:pt x="195" y="12"/>
                    <a:pt x="195" y="8"/>
                  </a:cubicBezTo>
                  <a:cubicBezTo>
                    <a:pt x="195" y="3"/>
                    <a:pt x="199" y="0"/>
                    <a:pt x="203" y="0"/>
                  </a:cubicBezTo>
                  <a:close/>
                  <a:moveTo>
                    <a:pt x="398" y="0"/>
                  </a:moveTo>
                  <a:lnTo>
                    <a:pt x="512" y="0"/>
                  </a:lnTo>
                  <a:cubicBezTo>
                    <a:pt x="516" y="0"/>
                    <a:pt x="520" y="3"/>
                    <a:pt x="520" y="8"/>
                  </a:cubicBezTo>
                  <a:cubicBezTo>
                    <a:pt x="520" y="12"/>
                    <a:pt x="516" y="16"/>
                    <a:pt x="512" y="16"/>
                  </a:cubicBezTo>
                  <a:lnTo>
                    <a:pt x="398" y="16"/>
                  </a:lnTo>
                  <a:cubicBezTo>
                    <a:pt x="394" y="16"/>
                    <a:pt x="390" y="12"/>
                    <a:pt x="390" y="8"/>
                  </a:cubicBezTo>
                  <a:cubicBezTo>
                    <a:pt x="390" y="3"/>
                    <a:pt x="394" y="0"/>
                    <a:pt x="398" y="0"/>
                  </a:cubicBezTo>
                  <a:close/>
                  <a:moveTo>
                    <a:pt x="593" y="0"/>
                  </a:moveTo>
                  <a:lnTo>
                    <a:pt x="707" y="0"/>
                  </a:lnTo>
                  <a:cubicBezTo>
                    <a:pt x="711" y="0"/>
                    <a:pt x="715" y="3"/>
                    <a:pt x="715" y="8"/>
                  </a:cubicBezTo>
                  <a:cubicBezTo>
                    <a:pt x="715" y="12"/>
                    <a:pt x="711" y="16"/>
                    <a:pt x="707" y="16"/>
                  </a:cubicBezTo>
                  <a:lnTo>
                    <a:pt x="593" y="16"/>
                  </a:lnTo>
                  <a:cubicBezTo>
                    <a:pt x="589" y="16"/>
                    <a:pt x="585" y="12"/>
                    <a:pt x="585" y="8"/>
                  </a:cubicBezTo>
                  <a:cubicBezTo>
                    <a:pt x="585" y="3"/>
                    <a:pt x="589" y="0"/>
                    <a:pt x="593" y="0"/>
                  </a:cubicBezTo>
                  <a:close/>
                  <a:moveTo>
                    <a:pt x="788" y="0"/>
                  </a:moveTo>
                  <a:lnTo>
                    <a:pt x="902" y="0"/>
                  </a:lnTo>
                  <a:cubicBezTo>
                    <a:pt x="907" y="0"/>
                    <a:pt x="910" y="3"/>
                    <a:pt x="910" y="8"/>
                  </a:cubicBezTo>
                  <a:cubicBezTo>
                    <a:pt x="910" y="12"/>
                    <a:pt x="907" y="16"/>
                    <a:pt x="902" y="16"/>
                  </a:cubicBezTo>
                  <a:lnTo>
                    <a:pt x="788" y="16"/>
                  </a:lnTo>
                  <a:cubicBezTo>
                    <a:pt x="784" y="16"/>
                    <a:pt x="780" y="12"/>
                    <a:pt x="780" y="8"/>
                  </a:cubicBezTo>
                  <a:cubicBezTo>
                    <a:pt x="780" y="3"/>
                    <a:pt x="784" y="0"/>
                    <a:pt x="788" y="0"/>
                  </a:cubicBezTo>
                  <a:close/>
                  <a:moveTo>
                    <a:pt x="983" y="0"/>
                  </a:moveTo>
                  <a:lnTo>
                    <a:pt x="1097" y="0"/>
                  </a:lnTo>
                  <a:cubicBezTo>
                    <a:pt x="1102" y="0"/>
                    <a:pt x="1105" y="3"/>
                    <a:pt x="1105" y="8"/>
                  </a:cubicBezTo>
                  <a:cubicBezTo>
                    <a:pt x="1105" y="12"/>
                    <a:pt x="1102" y="16"/>
                    <a:pt x="1097" y="16"/>
                  </a:cubicBezTo>
                  <a:lnTo>
                    <a:pt x="983" y="16"/>
                  </a:lnTo>
                  <a:cubicBezTo>
                    <a:pt x="979" y="16"/>
                    <a:pt x="975" y="12"/>
                    <a:pt x="975" y="8"/>
                  </a:cubicBezTo>
                  <a:cubicBezTo>
                    <a:pt x="975" y="3"/>
                    <a:pt x="979" y="0"/>
                    <a:pt x="983" y="0"/>
                  </a:cubicBezTo>
                  <a:close/>
                  <a:moveTo>
                    <a:pt x="1178" y="0"/>
                  </a:moveTo>
                  <a:lnTo>
                    <a:pt x="1292" y="0"/>
                  </a:lnTo>
                  <a:cubicBezTo>
                    <a:pt x="1297" y="0"/>
                    <a:pt x="1300" y="3"/>
                    <a:pt x="1300" y="8"/>
                  </a:cubicBezTo>
                  <a:cubicBezTo>
                    <a:pt x="1300" y="12"/>
                    <a:pt x="1297" y="16"/>
                    <a:pt x="1292" y="16"/>
                  </a:cubicBezTo>
                  <a:lnTo>
                    <a:pt x="1178" y="16"/>
                  </a:lnTo>
                  <a:cubicBezTo>
                    <a:pt x="1174" y="16"/>
                    <a:pt x="1170" y="12"/>
                    <a:pt x="1170" y="8"/>
                  </a:cubicBezTo>
                  <a:cubicBezTo>
                    <a:pt x="1170" y="3"/>
                    <a:pt x="1174" y="0"/>
                    <a:pt x="1178" y="0"/>
                  </a:cubicBezTo>
                  <a:close/>
                  <a:moveTo>
                    <a:pt x="1374" y="0"/>
                  </a:moveTo>
                  <a:lnTo>
                    <a:pt x="1487" y="0"/>
                  </a:lnTo>
                  <a:cubicBezTo>
                    <a:pt x="1492" y="0"/>
                    <a:pt x="1495" y="3"/>
                    <a:pt x="1495" y="8"/>
                  </a:cubicBezTo>
                  <a:cubicBezTo>
                    <a:pt x="1495" y="12"/>
                    <a:pt x="1492" y="16"/>
                    <a:pt x="1487" y="16"/>
                  </a:cubicBezTo>
                  <a:lnTo>
                    <a:pt x="1374" y="16"/>
                  </a:lnTo>
                  <a:cubicBezTo>
                    <a:pt x="1369" y="16"/>
                    <a:pt x="1365" y="12"/>
                    <a:pt x="1365" y="8"/>
                  </a:cubicBezTo>
                  <a:cubicBezTo>
                    <a:pt x="1365" y="3"/>
                    <a:pt x="1369" y="0"/>
                    <a:pt x="1374" y="0"/>
                  </a:cubicBezTo>
                  <a:close/>
                  <a:moveTo>
                    <a:pt x="1569" y="0"/>
                  </a:moveTo>
                  <a:lnTo>
                    <a:pt x="1682" y="0"/>
                  </a:lnTo>
                  <a:cubicBezTo>
                    <a:pt x="1687" y="0"/>
                    <a:pt x="1690" y="3"/>
                    <a:pt x="1690" y="8"/>
                  </a:cubicBezTo>
                  <a:cubicBezTo>
                    <a:pt x="1690" y="12"/>
                    <a:pt x="1687" y="16"/>
                    <a:pt x="1682" y="16"/>
                  </a:cubicBezTo>
                  <a:lnTo>
                    <a:pt x="1569" y="16"/>
                  </a:lnTo>
                  <a:cubicBezTo>
                    <a:pt x="1564" y="16"/>
                    <a:pt x="1560" y="12"/>
                    <a:pt x="1560" y="8"/>
                  </a:cubicBezTo>
                  <a:cubicBezTo>
                    <a:pt x="1560" y="3"/>
                    <a:pt x="1564" y="0"/>
                    <a:pt x="1569" y="0"/>
                  </a:cubicBezTo>
                  <a:close/>
                  <a:moveTo>
                    <a:pt x="1764" y="0"/>
                  </a:moveTo>
                  <a:lnTo>
                    <a:pt x="1877" y="0"/>
                  </a:lnTo>
                  <a:cubicBezTo>
                    <a:pt x="1882" y="0"/>
                    <a:pt x="1886" y="3"/>
                    <a:pt x="1886" y="8"/>
                  </a:cubicBezTo>
                  <a:cubicBezTo>
                    <a:pt x="1886" y="12"/>
                    <a:pt x="1882" y="16"/>
                    <a:pt x="1877" y="16"/>
                  </a:cubicBezTo>
                  <a:lnTo>
                    <a:pt x="1764" y="16"/>
                  </a:lnTo>
                  <a:cubicBezTo>
                    <a:pt x="1759" y="16"/>
                    <a:pt x="1756" y="12"/>
                    <a:pt x="1756" y="8"/>
                  </a:cubicBezTo>
                  <a:cubicBezTo>
                    <a:pt x="1756" y="3"/>
                    <a:pt x="1759" y="0"/>
                    <a:pt x="1764" y="0"/>
                  </a:cubicBezTo>
                  <a:close/>
                  <a:moveTo>
                    <a:pt x="1959" y="0"/>
                  </a:moveTo>
                  <a:lnTo>
                    <a:pt x="2073" y="0"/>
                  </a:lnTo>
                  <a:cubicBezTo>
                    <a:pt x="2077" y="0"/>
                    <a:pt x="2081" y="3"/>
                    <a:pt x="2081" y="8"/>
                  </a:cubicBezTo>
                  <a:cubicBezTo>
                    <a:pt x="2081" y="12"/>
                    <a:pt x="2077" y="16"/>
                    <a:pt x="2073" y="16"/>
                  </a:cubicBezTo>
                  <a:lnTo>
                    <a:pt x="1959" y="16"/>
                  </a:lnTo>
                  <a:cubicBezTo>
                    <a:pt x="1954" y="16"/>
                    <a:pt x="1951" y="12"/>
                    <a:pt x="1951" y="8"/>
                  </a:cubicBezTo>
                  <a:cubicBezTo>
                    <a:pt x="1951" y="3"/>
                    <a:pt x="1954" y="0"/>
                    <a:pt x="1959" y="0"/>
                  </a:cubicBezTo>
                  <a:close/>
                  <a:moveTo>
                    <a:pt x="2154" y="0"/>
                  </a:moveTo>
                  <a:lnTo>
                    <a:pt x="2268" y="0"/>
                  </a:lnTo>
                  <a:cubicBezTo>
                    <a:pt x="2272" y="0"/>
                    <a:pt x="2276" y="3"/>
                    <a:pt x="2276" y="8"/>
                  </a:cubicBezTo>
                  <a:cubicBezTo>
                    <a:pt x="2276" y="12"/>
                    <a:pt x="2272" y="16"/>
                    <a:pt x="2268" y="16"/>
                  </a:cubicBezTo>
                  <a:lnTo>
                    <a:pt x="2154" y="16"/>
                  </a:lnTo>
                  <a:cubicBezTo>
                    <a:pt x="2149" y="16"/>
                    <a:pt x="2146" y="12"/>
                    <a:pt x="2146" y="8"/>
                  </a:cubicBezTo>
                  <a:cubicBezTo>
                    <a:pt x="2146" y="3"/>
                    <a:pt x="2149" y="0"/>
                    <a:pt x="2154" y="0"/>
                  </a:cubicBezTo>
                  <a:close/>
                  <a:moveTo>
                    <a:pt x="2349" y="0"/>
                  </a:moveTo>
                  <a:lnTo>
                    <a:pt x="2463" y="0"/>
                  </a:lnTo>
                  <a:cubicBezTo>
                    <a:pt x="2467" y="0"/>
                    <a:pt x="2471" y="3"/>
                    <a:pt x="2471" y="8"/>
                  </a:cubicBezTo>
                  <a:cubicBezTo>
                    <a:pt x="2471" y="12"/>
                    <a:pt x="2467" y="16"/>
                    <a:pt x="2463" y="16"/>
                  </a:cubicBezTo>
                  <a:lnTo>
                    <a:pt x="2349" y="16"/>
                  </a:lnTo>
                  <a:cubicBezTo>
                    <a:pt x="2344" y="16"/>
                    <a:pt x="2341" y="12"/>
                    <a:pt x="2341" y="8"/>
                  </a:cubicBezTo>
                  <a:cubicBezTo>
                    <a:pt x="2341" y="3"/>
                    <a:pt x="2344" y="0"/>
                    <a:pt x="2349" y="0"/>
                  </a:cubicBezTo>
                  <a:close/>
                  <a:moveTo>
                    <a:pt x="2544" y="0"/>
                  </a:moveTo>
                  <a:lnTo>
                    <a:pt x="2658" y="0"/>
                  </a:lnTo>
                  <a:cubicBezTo>
                    <a:pt x="2662" y="0"/>
                    <a:pt x="2666" y="3"/>
                    <a:pt x="2666" y="8"/>
                  </a:cubicBezTo>
                  <a:cubicBezTo>
                    <a:pt x="2666" y="12"/>
                    <a:pt x="2662" y="16"/>
                    <a:pt x="2658" y="16"/>
                  </a:cubicBezTo>
                  <a:lnTo>
                    <a:pt x="2544" y="16"/>
                  </a:lnTo>
                  <a:cubicBezTo>
                    <a:pt x="2539" y="16"/>
                    <a:pt x="2536" y="12"/>
                    <a:pt x="2536" y="8"/>
                  </a:cubicBezTo>
                  <a:cubicBezTo>
                    <a:pt x="2536" y="3"/>
                    <a:pt x="2539" y="0"/>
                    <a:pt x="2544" y="0"/>
                  </a:cubicBezTo>
                  <a:close/>
                  <a:moveTo>
                    <a:pt x="2739" y="0"/>
                  </a:moveTo>
                  <a:lnTo>
                    <a:pt x="2853" y="0"/>
                  </a:lnTo>
                  <a:cubicBezTo>
                    <a:pt x="2857" y="0"/>
                    <a:pt x="2861" y="3"/>
                    <a:pt x="2861" y="8"/>
                  </a:cubicBezTo>
                  <a:cubicBezTo>
                    <a:pt x="2861" y="12"/>
                    <a:pt x="2857" y="16"/>
                    <a:pt x="2853" y="16"/>
                  </a:cubicBezTo>
                  <a:lnTo>
                    <a:pt x="2739" y="16"/>
                  </a:lnTo>
                  <a:cubicBezTo>
                    <a:pt x="2735" y="16"/>
                    <a:pt x="2731" y="12"/>
                    <a:pt x="2731" y="8"/>
                  </a:cubicBezTo>
                  <a:cubicBezTo>
                    <a:pt x="2731" y="3"/>
                    <a:pt x="2735" y="0"/>
                    <a:pt x="2739" y="0"/>
                  </a:cubicBezTo>
                  <a:close/>
                  <a:moveTo>
                    <a:pt x="2934" y="0"/>
                  </a:moveTo>
                  <a:lnTo>
                    <a:pt x="3048" y="0"/>
                  </a:lnTo>
                  <a:cubicBezTo>
                    <a:pt x="3052" y="0"/>
                    <a:pt x="3056" y="3"/>
                    <a:pt x="3056" y="8"/>
                  </a:cubicBezTo>
                  <a:cubicBezTo>
                    <a:pt x="3056" y="12"/>
                    <a:pt x="3052" y="16"/>
                    <a:pt x="3048" y="16"/>
                  </a:cubicBezTo>
                  <a:lnTo>
                    <a:pt x="2934" y="16"/>
                  </a:lnTo>
                  <a:cubicBezTo>
                    <a:pt x="2930" y="16"/>
                    <a:pt x="2926" y="12"/>
                    <a:pt x="2926" y="8"/>
                  </a:cubicBezTo>
                  <a:cubicBezTo>
                    <a:pt x="2926" y="3"/>
                    <a:pt x="2930" y="0"/>
                    <a:pt x="2934" y="0"/>
                  </a:cubicBezTo>
                  <a:close/>
                  <a:moveTo>
                    <a:pt x="3129" y="0"/>
                  </a:moveTo>
                  <a:lnTo>
                    <a:pt x="3243" y="0"/>
                  </a:lnTo>
                  <a:cubicBezTo>
                    <a:pt x="3247" y="0"/>
                    <a:pt x="3251" y="3"/>
                    <a:pt x="3251" y="8"/>
                  </a:cubicBezTo>
                  <a:cubicBezTo>
                    <a:pt x="3251" y="12"/>
                    <a:pt x="3247" y="16"/>
                    <a:pt x="3243" y="16"/>
                  </a:cubicBezTo>
                  <a:lnTo>
                    <a:pt x="3129" y="16"/>
                  </a:lnTo>
                  <a:cubicBezTo>
                    <a:pt x="3125" y="16"/>
                    <a:pt x="3121" y="12"/>
                    <a:pt x="3121" y="8"/>
                  </a:cubicBezTo>
                  <a:cubicBezTo>
                    <a:pt x="3121" y="3"/>
                    <a:pt x="3125" y="0"/>
                    <a:pt x="3129" y="0"/>
                  </a:cubicBezTo>
                  <a:close/>
                  <a:moveTo>
                    <a:pt x="3324" y="0"/>
                  </a:moveTo>
                  <a:lnTo>
                    <a:pt x="3438" y="0"/>
                  </a:lnTo>
                  <a:cubicBezTo>
                    <a:pt x="3443" y="0"/>
                    <a:pt x="3446" y="3"/>
                    <a:pt x="3446" y="8"/>
                  </a:cubicBezTo>
                  <a:cubicBezTo>
                    <a:pt x="3446" y="12"/>
                    <a:pt x="3443" y="16"/>
                    <a:pt x="3438" y="16"/>
                  </a:cubicBezTo>
                  <a:lnTo>
                    <a:pt x="3324" y="16"/>
                  </a:lnTo>
                  <a:cubicBezTo>
                    <a:pt x="3320" y="16"/>
                    <a:pt x="3316" y="12"/>
                    <a:pt x="3316" y="8"/>
                  </a:cubicBezTo>
                  <a:cubicBezTo>
                    <a:pt x="3316" y="3"/>
                    <a:pt x="3320" y="0"/>
                    <a:pt x="3324" y="0"/>
                  </a:cubicBezTo>
                  <a:close/>
                  <a:moveTo>
                    <a:pt x="3519" y="0"/>
                  </a:moveTo>
                  <a:lnTo>
                    <a:pt x="3633" y="0"/>
                  </a:lnTo>
                  <a:cubicBezTo>
                    <a:pt x="3638" y="0"/>
                    <a:pt x="3641" y="3"/>
                    <a:pt x="3641" y="8"/>
                  </a:cubicBezTo>
                  <a:cubicBezTo>
                    <a:pt x="3641" y="12"/>
                    <a:pt x="3638" y="16"/>
                    <a:pt x="3633" y="16"/>
                  </a:cubicBezTo>
                  <a:lnTo>
                    <a:pt x="3519" y="16"/>
                  </a:lnTo>
                  <a:cubicBezTo>
                    <a:pt x="3515" y="16"/>
                    <a:pt x="3511" y="12"/>
                    <a:pt x="3511" y="8"/>
                  </a:cubicBezTo>
                  <a:cubicBezTo>
                    <a:pt x="3511" y="3"/>
                    <a:pt x="3515" y="0"/>
                    <a:pt x="3519" y="0"/>
                  </a:cubicBezTo>
                  <a:close/>
                  <a:moveTo>
                    <a:pt x="3714" y="0"/>
                  </a:moveTo>
                  <a:lnTo>
                    <a:pt x="3828" y="0"/>
                  </a:lnTo>
                  <a:cubicBezTo>
                    <a:pt x="3833" y="0"/>
                    <a:pt x="3836" y="3"/>
                    <a:pt x="3836" y="8"/>
                  </a:cubicBezTo>
                  <a:cubicBezTo>
                    <a:pt x="3836" y="12"/>
                    <a:pt x="3833" y="16"/>
                    <a:pt x="3828" y="16"/>
                  </a:cubicBezTo>
                  <a:lnTo>
                    <a:pt x="3714" y="16"/>
                  </a:lnTo>
                  <a:cubicBezTo>
                    <a:pt x="3710" y="16"/>
                    <a:pt x="3706" y="12"/>
                    <a:pt x="3706" y="8"/>
                  </a:cubicBezTo>
                  <a:cubicBezTo>
                    <a:pt x="3706" y="3"/>
                    <a:pt x="3710" y="0"/>
                    <a:pt x="3714" y="0"/>
                  </a:cubicBezTo>
                  <a:close/>
                  <a:moveTo>
                    <a:pt x="3909" y="0"/>
                  </a:moveTo>
                  <a:lnTo>
                    <a:pt x="4023" y="0"/>
                  </a:lnTo>
                  <a:cubicBezTo>
                    <a:pt x="4028" y="0"/>
                    <a:pt x="4031" y="3"/>
                    <a:pt x="4031" y="8"/>
                  </a:cubicBezTo>
                  <a:cubicBezTo>
                    <a:pt x="4031" y="12"/>
                    <a:pt x="4028" y="16"/>
                    <a:pt x="4023" y="16"/>
                  </a:cubicBezTo>
                  <a:lnTo>
                    <a:pt x="3909" y="16"/>
                  </a:lnTo>
                  <a:cubicBezTo>
                    <a:pt x="3905" y="16"/>
                    <a:pt x="3901" y="12"/>
                    <a:pt x="3901" y="8"/>
                  </a:cubicBezTo>
                  <a:cubicBezTo>
                    <a:pt x="3901" y="3"/>
                    <a:pt x="3905" y="0"/>
                    <a:pt x="3909" y="0"/>
                  </a:cubicBezTo>
                  <a:close/>
                  <a:moveTo>
                    <a:pt x="4105" y="0"/>
                  </a:moveTo>
                  <a:lnTo>
                    <a:pt x="4218" y="0"/>
                  </a:lnTo>
                  <a:cubicBezTo>
                    <a:pt x="4223" y="0"/>
                    <a:pt x="4226" y="3"/>
                    <a:pt x="4226" y="8"/>
                  </a:cubicBezTo>
                  <a:cubicBezTo>
                    <a:pt x="4226" y="12"/>
                    <a:pt x="4223" y="16"/>
                    <a:pt x="4218" y="16"/>
                  </a:cubicBezTo>
                  <a:lnTo>
                    <a:pt x="4105" y="16"/>
                  </a:lnTo>
                  <a:cubicBezTo>
                    <a:pt x="4100" y="16"/>
                    <a:pt x="4096" y="12"/>
                    <a:pt x="4096" y="8"/>
                  </a:cubicBezTo>
                  <a:cubicBezTo>
                    <a:pt x="4096" y="3"/>
                    <a:pt x="4100" y="0"/>
                    <a:pt x="4105" y="0"/>
                  </a:cubicBezTo>
                  <a:close/>
                  <a:moveTo>
                    <a:pt x="4300" y="0"/>
                  </a:moveTo>
                  <a:lnTo>
                    <a:pt x="4413" y="0"/>
                  </a:lnTo>
                  <a:cubicBezTo>
                    <a:pt x="4418" y="0"/>
                    <a:pt x="4422" y="3"/>
                    <a:pt x="4422" y="8"/>
                  </a:cubicBezTo>
                  <a:cubicBezTo>
                    <a:pt x="4422" y="12"/>
                    <a:pt x="4418" y="16"/>
                    <a:pt x="4413" y="16"/>
                  </a:cubicBezTo>
                  <a:lnTo>
                    <a:pt x="4300" y="16"/>
                  </a:lnTo>
                  <a:cubicBezTo>
                    <a:pt x="4295" y="16"/>
                    <a:pt x="4291" y="12"/>
                    <a:pt x="4291" y="8"/>
                  </a:cubicBezTo>
                  <a:cubicBezTo>
                    <a:pt x="4291" y="3"/>
                    <a:pt x="4295" y="0"/>
                    <a:pt x="4300" y="0"/>
                  </a:cubicBezTo>
                  <a:close/>
                  <a:moveTo>
                    <a:pt x="4495" y="0"/>
                  </a:moveTo>
                  <a:lnTo>
                    <a:pt x="4608" y="0"/>
                  </a:lnTo>
                  <a:cubicBezTo>
                    <a:pt x="4613" y="0"/>
                    <a:pt x="4617" y="3"/>
                    <a:pt x="4617" y="8"/>
                  </a:cubicBezTo>
                  <a:cubicBezTo>
                    <a:pt x="4617" y="12"/>
                    <a:pt x="4613" y="16"/>
                    <a:pt x="4608" y="16"/>
                  </a:cubicBezTo>
                  <a:lnTo>
                    <a:pt x="4495" y="16"/>
                  </a:lnTo>
                  <a:cubicBezTo>
                    <a:pt x="4490" y="16"/>
                    <a:pt x="4487" y="12"/>
                    <a:pt x="4487" y="8"/>
                  </a:cubicBezTo>
                  <a:cubicBezTo>
                    <a:pt x="4487" y="3"/>
                    <a:pt x="4490" y="0"/>
                    <a:pt x="4495" y="0"/>
                  </a:cubicBezTo>
                  <a:close/>
                  <a:moveTo>
                    <a:pt x="4690" y="0"/>
                  </a:moveTo>
                  <a:lnTo>
                    <a:pt x="4804" y="0"/>
                  </a:lnTo>
                  <a:cubicBezTo>
                    <a:pt x="4808" y="0"/>
                    <a:pt x="4812" y="3"/>
                    <a:pt x="4812" y="8"/>
                  </a:cubicBezTo>
                  <a:cubicBezTo>
                    <a:pt x="4812" y="12"/>
                    <a:pt x="4808" y="16"/>
                    <a:pt x="4804" y="16"/>
                  </a:cubicBezTo>
                  <a:lnTo>
                    <a:pt x="4690" y="16"/>
                  </a:lnTo>
                  <a:cubicBezTo>
                    <a:pt x="4685" y="16"/>
                    <a:pt x="4682" y="12"/>
                    <a:pt x="4682" y="8"/>
                  </a:cubicBezTo>
                  <a:cubicBezTo>
                    <a:pt x="4682" y="3"/>
                    <a:pt x="4685" y="0"/>
                    <a:pt x="4690" y="0"/>
                  </a:cubicBezTo>
                  <a:close/>
                  <a:moveTo>
                    <a:pt x="4885" y="0"/>
                  </a:moveTo>
                  <a:lnTo>
                    <a:pt x="4999" y="0"/>
                  </a:lnTo>
                  <a:cubicBezTo>
                    <a:pt x="5003" y="0"/>
                    <a:pt x="5007" y="3"/>
                    <a:pt x="5007" y="8"/>
                  </a:cubicBezTo>
                  <a:cubicBezTo>
                    <a:pt x="5007" y="12"/>
                    <a:pt x="5003" y="16"/>
                    <a:pt x="4999" y="16"/>
                  </a:cubicBezTo>
                  <a:lnTo>
                    <a:pt x="4885" y="16"/>
                  </a:lnTo>
                  <a:cubicBezTo>
                    <a:pt x="4880" y="16"/>
                    <a:pt x="4877" y="12"/>
                    <a:pt x="4877" y="8"/>
                  </a:cubicBezTo>
                  <a:cubicBezTo>
                    <a:pt x="4877" y="3"/>
                    <a:pt x="4880" y="0"/>
                    <a:pt x="4885" y="0"/>
                  </a:cubicBezTo>
                  <a:close/>
                  <a:moveTo>
                    <a:pt x="5080" y="0"/>
                  </a:moveTo>
                  <a:lnTo>
                    <a:pt x="5128" y="0"/>
                  </a:lnTo>
                  <a:cubicBezTo>
                    <a:pt x="5132" y="0"/>
                    <a:pt x="5136" y="3"/>
                    <a:pt x="5136" y="8"/>
                  </a:cubicBezTo>
                  <a:cubicBezTo>
                    <a:pt x="5136" y="12"/>
                    <a:pt x="5132" y="16"/>
                    <a:pt x="5128" y="16"/>
                  </a:cubicBezTo>
                  <a:lnTo>
                    <a:pt x="5080" y="16"/>
                  </a:lnTo>
                  <a:cubicBezTo>
                    <a:pt x="5075" y="16"/>
                    <a:pt x="5072" y="12"/>
                    <a:pt x="5072" y="8"/>
                  </a:cubicBezTo>
                  <a:cubicBezTo>
                    <a:pt x="5072" y="3"/>
                    <a:pt x="5075" y="0"/>
                    <a:pt x="508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Freeform 18">
              <a:extLst>
                <a:ext uri="{FF2B5EF4-FFF2-40B4-BE49-F238E27FC236}">
                  <a16:creationId xmlns:a16="http://schemas.microsoft.com/office/drawing/2014/main" id="{6E606163-8814-6DDF-A4A0-EBB7FB2845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" y="2692"/>
              <a:ext cx="1926" cy="6"/>
            </a:xfrm>
            <a:custGeom>
              <a:avLst/>
              <a:gdLst>
                <a:gd name="T0" fmla="*/ 0 w 5136"/>
                <a:gd name="T1" fmla="*/ 0 h 16"/>
                <a:gd name="T2" fmla="*/ 0 w 5136"/>
                <a:gd name="T3" fmla="*/ 0 h 16"/>
                <a:gd name="T4" fmla="*/ 0 w 5136"/>
                <a:gd name="T5" fmla="*/ 0 h 16"/>
                <a:gd name="T6" fmla="*/ 0 w 5136"/>
                <a:gd name="T7" fmla="*/ 0 h 16"/>
                <a:gd name="T8" fmla="*/ 0 w 5136"/>
                <a:gd name="T9" fmla="*/ 0 h 16"/>
                <a:gd name="T10" fmla="*/ 0 w 5136"/>
                <a:gd name="T11" fmla="*/ 0 h 16"/>
                <a:gd name="T12" fmla="*/ 0 w 5136"/>
                <a:gd name="T13" fmla="*/ 0 h 16"/>
                <a:gd name="T14" fmla="*/ 0 w 5136"/>
                <a:gd name="T15" fmla="*/ 0 h 16"/>
                <a:gd name="T16" fmla="*/ 0 w 5136"/>
                <a:gd name="T17" fmla="*/ 0 h 16"/>
                <a:gd name="T18" fmla="*/ 0 w 5136"/>
                <a:gd name="T19" fmla="*/ 0 h 16"/>
                <a:gd name="T20" fmla="*/ 0 w 5136"/>
                <a:gd name="T21" fmla="*/ 0 h 16"/>
                <a:gd name="T22" fmla="*/ 0 w 5136"/>
                <a:gd name="T23" fmla="*/ 0 h 16"/>
                <a:gd name="T24" fmla="*/ 0 w 5136"/>
                <a:gd name="T25" fmla="*/ 0 h 16"/>
                <a:gd name="T26" fmla="*/ 0 w 5136"/>
                <a:gd name="T27" fmla="*/ 0 h 16"/>
                <a:gd name="T28" fmla="*/ 0 w 5136"/>
                <a:gd name="T29" fmla="*/ 0 h 16"/>
                <a:gd name="T30" fmla="*/ 0 w 5136"/>
                <a:gd name="T31" fmla="*/ 0 h 16"/>
                <a:gd name="T32" fmla="*/ 0 w 5136"/>
                <a:gd name="T33" fmla="*/ 0 h 16"/>
                <a:gd name="T34" fmla="*/ 0 w 5136"/>
                <a:gd name="T35" fmla="*/ 0 h 16"/>
                <a:gd name="T36" fmla="*/ 0 w 5136"/>
                <a:gd name="T37" fmla="*/ 0 h 16"/>
                <a:gd name="T38" fmla="*/ 0 w 5136"/>
                <a:gd name="T39" fmla="*/ 0 h 16"/>
                <a:gd name="T40" fmla="*/ 0 w 5136"/>
                <a:gd name="T41" fmla="*/ 0 h 16"/>
                <a:gd name="T42" fmla="*/ 0 w 5136"/>
                <a:gd name="T43" fmla="*/ 0 h 16"/>
                <a:gd name="T44" fmla="*/ 0 w 5136"/>
                <a:gd name="T45" fmla="*/ 0 h 16"/>
                <a:gd name="T46" fmla="*/ 0 w 5136"/>
                <a:gd name="T47" fmla="*/ 0 h 16"/>
                <a:gd name="T48" fmla="*/ 0 w 5136"/>
                <a:gd name="T49" fmla="*/ 0 h 16"/>
                <a:gd name="T50" fmla="*/ 0 w 5136"/>
                <a:gd name="T51" fmla="*/ 0 h 16"/>
                <a:gd name="T52" fmla="*/ 0 w 5136"/>
                <a:gd name="T53" fmla="*/ 0 h 16"/>
                <a:gd name="T54" fmla="*/ 0 w 5136"/>
                <a:gd name="T55" fmla="*/ 0 h 16"/>
                <a:gd name="T56" fmla="*/ 0 w 5136"/>
                <a:gd name="T57" fmla="*/ 0 h 16"/>
                <a:gd name="T58" fmla="*/ 0 w 5136"/>
                <a:gd name="T59" fmla="*/ 0 h 16"/>
                <a:gd name="T60" fmla="*/ 0 w 5136"/>
                <a:gd name="T61" fmla="*/ 0 h 16"/>
                <a:gd name="T62" fmla="*/ 0 w 5136"/>
                <a:gd name="T63" fmla="*/ 0 h 16"/>
                <a:gd name="T64" fmla="*/ 0 w 5136"/>
                <a:gd name="T65" fmla="*/ 0 h 16"/>
                <a:gd name="T66" fmla="*/ 0 w 5136"/>
                <a:gd name="T67" fmla="*/ 0 h 16"/>
                <a:gd name="T68" fmla="*/ 0 w 5136"/>
                <a:gd name="T69" fmla="*/ 0 h 16"/>
                <a:gd name="T70" fmla="*/ 0 w 5136"/>
                <a:gd name="T71" fmla="*/ 0 h 16"/>
                <a:gd name="T72" fmla="*/ 0 w 5136"/>
                <a:gd name="T73" fmla="*/ 0 h 16"/>
                <a:gd name="T74" fmla="*/ 0 w 5136"/>
                <a:gd name="T75" fmla="*/ 0 h 16"/>
                <a:gd name="T76" fmla="*/ 0 w 5136"/>
                <a:gd name="T77" fmla="*/ 0 h 16"/>
                <a:gd name="T78" fmla="*/ 0 w 5136"/>
                <a:gd name="T79" fmla="*/ 0 h 16"/>
                <a:gd name="T80" fmla="*/ 0 w 5136"/>
                <a:gd name="T81" fmla="*/ 0 h 16"/>
                <a:gd name="T82" fmla="*/ 0 w 5136"/>
                <a:gd name="T83" fmla="*/ 0 h 16"/>
                <a:gd name="T84" fmla="*/ 0 w 5136"/>
                <a:gd name="T85" fmla="*/ 0 h 16"/>
                <a:gd name="T86" fmla="*/ 0 w 5136"/>
                <a:gd name="T87" fmla="*/ 0 h 16"/>
                <a:gd name="T88" fmla="*/ 0 w 5136"/>
                <a:gd name="T89" fmla="*/ 0 h 16"/>
                <a:gd name="T90" fmla="*/ 0 w 5136"/>
                <a:gd name="T91" fmla="*/ 0 h 16"/>
                <a:gd name="T92" fmla="*/ 0 w 5136"/>
                <a:gd name="T93" fmla="*/ 0 h 16"/>
                <a:gd name="T94" fmla="*/ 0 w 5136"/>
                <a:gd name="T95" fmla="*/ 0 h 16"/>
                <a:gd name="T96" fmla="*/ 0 w 5136"/>
                <a:gd name="T97" fmla="*/ 0 h 16"/>
                <a:gd name="T98" fmla="*/ 0 w 5136"/>
                <a:gd name="T99" fmla="*/ 0 h 16"/>
                <a:gd name="T100" fmla="*/ 0 w 5136"/>
                <a:gd name="T101" fmla="*/ 0 h 16"/>
                <a:gd name="T102" fmla="*/ 0 w 5136"/>
                <a:gd name="T103" fmla="*/ 0 h 16"/>
                <a:gd name="T104" fmla="*/ 0 w 5136"/>
                <a:gd name="T105" fmla="*/ 0 h 16"/>
                <a:gd name="T106" fmla="*/ 0 w 5136"/>
                <a:gd name="T107" fmla="*/ 0 h 16"/>
                <a:gd name="T108" fmla="*/ 0 w 5136"/>
                <a:gd name="T109" fmla="*/ 0 h 16"/>
                <a:gd name="T110" fmla="*/ 0 w 5136"/>
                <a:gd name="T111" fmla="*/ 0 h 16"/>
                <a:gd name="T112" fmla="*/ 0 w 5136"/>
                <a:gd name="T113" fmla="*/ 0 h 16"/>
                <a:gd name="T114" fmla="*/ 0 w 5136"/>
                <a:gd name="T115" fmla="*/ 0 h 16"/>
                <a:gd name="T116" fmla="*/ 0 w 5136"/>
                <a:gd name="T117" fmla="*/ 0 h 16"/>
                <a:gd name="T118" fmla="*/ 0 w 5136"/>
                <a:gd name="T119" fmla="*/ 0 h 16"/>
                <a:gd name="T120" fmla="*/ 0 w 5136"/>
                <a:gd name="T121" fmla="*/ 0 h 16"/>
                <a:gd name="T122" fmla="*/ 0 w 5136"/>
                <a:gd name="T123" fmla="*/ 0 h 16"/>
                <a:gd name="T124" fmla="*/ 0 w 5136"/>
                <a:gd name="T125" fmla="*/ 0 h 1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136" h="16">
                  <a:moveTo>
                    <a:pt x="8" y="0"/>
                  </a:moveTo>
                  <a:lnTo>
                    <a:pt x="122" y="0"/>
                  </a:lnTo>
                  <a:cubicBezTo>
                    <a:pt x="126" y="0"/>
                    <a:pt x="130" y="4"/>
                    <a:pt x="130" y="8"/>
                  </a:cubicBezTo>
                  <a:cubicBezTo>
                    <a:pt x="130" y="13"/>
                    <a:pt x="126" y="16"/>
                    <a:pt x="122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3" y="0"/>
                  </a:moveTo>
                  <a:lnTo>
                    <a:pt x="317" y="0"/>
                  </a:lnTo>
                  <a:cubicBezTo>
                    <a:pt x="321" y="0"/>
                    <a:pt x="325" y="4"/>
                    <a:pt x="325" y="8"/>
                  </a:cubicBezTo>
                  <a:cubicBezTo>
                    <a:pt x="325" y="13"/>
                    <a:pt x="321" y="16"/>
                    <a:pt x="317" y="16"/>
                  </a:cubicBezTo>
                  <a:lnTo>
                    <a:pt x="203" y="16"/>
                  </a:lnTo>
                  <a:cubicBezTo>
                    <a:pt x="199" y="16"/>
                    <a:pt x="195" y="13"/>
                    <a:pt x="195" y="8"/>
                  </a:cubicBezTo>
                  <a:cubicBezTo>
                    <a:pt x="195" y="4"/>
                    <a:pt x="199" y="0"/>
                    <a:pt x="203" y="0"/>
                  </a:cubicBezTo>
                  <a:close/>
                  <a:moveTo>
                    <a:pt x="398" y="0"/>
                  </a:moveTo>
                  <a:lnTo>
                    <a:pt x="512" y="0"/>
                  </a:lnTo>
                  <a:cubicBezTo>
                    <a:pt x="516" y="0"/>
                    <a:pt x="520" y="4"/>
                    <a:pt x="520" y="8"/>
                  </a:cubicBezTo>
                  <a:cubicBezTo>
                    <a:pt x="520" y="13"/>
                    <a:pt x="516" y="16"/>
                    <a:pt x="512" y="16"/>
                  </a:cubicBezTo>
                  <a:lnTo>
                    <a:pt x="398" y="16"/>
                  </a:lnTo>
                  <a:cubicBezTo>
                    <a:pt x="394" y="16"/>
                    <a:pt x="390" y="13"/>
                    <a:pt x="390" y="8"/>
                  </a:cubicBezTo>
                  <a:cubicBezTo>
                    <a:pt x="390" y="4"/>
                    <a:pt x="394" y="0"/>
                    <a:pt x="398" y="0"/>
                  </a:cubicBezTo>
                  <a:close/>
                  <a:moveTo>
                    <a:pt x="593" y="0"/>
                  </a:moveTo>
                  <a:lnTo>
                    <a:pt x="707" y="0"/>
                  </a:lnTo>
                  <a:cubicBezTo>
                    <a:pt x="711" y="0"/>
                    <a:pt x="715" y="4"/>
                    <a:pt x="715" y="8"/>
                  </a:cubicBezTo>
                  <a:cubicBezTo>
                    <a:pt x="715" y="13"/>
                    <a:pt x="711" y="16"/>
                    <a:pt x="707" y="16"/>
                  </a:cubicBezTo>
                  <a:lnTo>
                    <a:pt x="593" y="16"/>
                  </a:lnTo>
                  <a:cubicBezTo>
                    <a:pt x="589" y="16"/>
                    <a:pt x="585" y="13"/>
                    <a:pt x="585" y="8"/>
                  </a:cubicBezTo>
                  <a:cubicBezTo>
                    <a:pt x="585" y="4"/>
                    <a:pt x="589" y="0"/>
                    <a:pt x="593" y="0"/>
                  </a:cubicBezTo>
                  <a:close/>
                  <a:moveTo>
                    <a:pt x="788" y="0"/>
                  </a:moveTo>
                  <a:lnTo>
                    <a:pt x="902" y="0"/>
                  </a:lnTo>
                  <a:cubicBezTo>
                    <a:pt x="907" y="0"/>
                    <a:pt x="910" y="4"/>
                    <a:pt x="910" y="8"/>
                  </a:cubicBezTo>
                  <a:cubicBezTo>
                    <a:pt x="910" y="13"/>
                    <a:pt x="907" y="16"/>
                    <a:pt x="902" y="16"/>
                  </a:cubicBezTo>
                  <a:lnTo>
                    <a:pt x="788" y="16"/>
                  </a:lnTo>
                  <a:cubicBezTo>
                    <a:pt x="784" y="16"/>
                    <a:pt x="780" y="13"/>
                    <a:pt x="780" y="8"/>
                  </a:cubicBezTo>
                  <a:cubicBezTo>
                    <a:pt x="780" y="4"/>
                    <a:pt x="784" y="0"/>
                    <a:pt x="788" y="0"/>
                  </a:cubicBezTo>
                  <a:close/>
                  <a:moveTo>
                    <a:pt x="983" y="0"/>
                  </a:moveTo>
                  <a:lnTo>
                    <a:pt x="1097" y="0"/>
                  </a:lnTo>
                  <a:cubicBezTo>
                    <a:pt x="1102" y="0"/>
                    <a:pt x="1105" y="4"/>
                    <a:pt x="1105" y="8"/>
                  </a:cubicBezTo>
                  <a:cubicBezTo>
                    <a:pt x="1105" y="13"/>
                    <a:pt x="1102" y="16"/>
                    <a:pt x="1097" y="16"/>
                  </a:cubicBezTo>
                  <a:lnTo>
                    <a:pt x="983" y="16"/>
                  </a:lnTo>
                  <a:cubicBezTo>
                    <a:pt x="979" y="16"/>
                    <a:pt x="975" y="13"/>
                    <a:pt x="975" y="8"/>
                  </a:cubicBezTo>
                  <a:cubicBezTo>
                    <a:pt x="975" y="4"/>
                    <a:pt x="979" y="0"/>
                    <a:pt x="983" y="0"/>
                  </a:cubicBezTo>
                  <a:close/>
                  <a:moveTo>
                    <a:pt x="1178" y="0"/>
                  </a:moveTo>
                  <a:lnTo>
                    <a:pt x="1292" y="0"/>
                  </a:lnTo>
                  <a:cubicBezTo>
                    <a:pt x="1297" y="0"/>
                    <a:pt x="1300" y="4"/>
                    <a:pt x="1300" y="8"/>
                  </a:cubicBezTo>
                  <a:cubicBezTo>
                    <a:pt x="1300" y="13"/>
                    <a:pt x="1297" y="16"/>
                    <a:pt x="1292" y="16"/>
                  </a:cubicBezTo>
                  <a:lnTo>
                    <a:pt x="1178" y="16"/>
                  </a:lnTo>
                  <a:cubicBezTo>
                    <a:pt x="1174" y="16"/>
                    <a:pt x="1170" y="13"/>
                    <a:pt x="1170" y="8"/>
                  </a:cubicBezTo>
                  <a:cubicBezTo>
                    <a:pt x="1170" y="4"/>
                    <a:pt x="1174" y="0"/>
                    <a:pt x="1178" y="0"/>
                  </a:cubicBezTo>
                  <a:close/>
                  <a:moveTo>
                    <a:pt x="1374" y="0"/>
                  </a:moveTo>
                  <a:lnTo>
                    <a:pt x="1487" y="0"/>
                  </a:lnTo>
                  <a:cubicBezTo>
                    <a:pt x="1492" y="0"/>
                    <a:pt x="1495" y="4"/>
                    <a:pt x="1495" y="8"/>
                  </a:cubicBezTo>
                  <a:cubicBezTo>
                    <a:pt x="1495" y="13"/>
                    <a:pt x="1492" y="16"/>
                    <a:pt x="1487" y="16"/>
                  </a:cubicBezTo>
                  <a:lnTo>
                    <a:pt x="1374" y="16"/>
                  </a:lnTo>
                  <a:cubicBezTo>
                    <a:pt x="1369" y="16"/>
                    <a:pt x="1365" y="13"/>
                    <a:pt x="1365" y="8"/>
                  </a:cubicBezTo>
                  <a:cubicBezTo>
                    <a:pt x="1365" y="4"/>
                    <a:pt x="1369" y="0"/>
                    <a:pt x="1374" y="0"/>
                  </a:cubicBezTo>
                  <a:close/>
                  <a:moveTo>
                    <a:pt x="1569" y="0"/>
                  </a:moveTo>
                  <a:lnTo>
                    <a:pt x="1682" y="0"/>
                  </a:lnTo>
                  <a:cubicBezTo>
                    <a:pt x="1687" y="0"/>
                    <a:pt x="1690" y="4"/>
                    <a:pt x="1690" y="8"/>
                  </a:cubicBezTo>
                  <a:cubicBezTo>
                    <a:pt x="1690" y="13"/>
                    <a:pt x="1687" y="16"/>
                    <a:pt x="1682" y="16"/>
                  </a:cubicBezTo>
                  <a:lnTo>
                    <a:pt x="1569" y="16"/>
                  </a:lnTo>
                  <a:cubicBezTo>
                    <a:pt x="1564" y="16"/>
                    <a:pt x="1560" y="13"/>
                    <a:pt x="1560" y="8"/>
                  </a:cubicBezTo>
                  <a:cubicBezTo>
                    <a:pt x="1560" y="4"/>
                    <a:pt x="1564" y="0"/>
                    <a:pt x="1569" y="0"/>
                  </a:cubicBezTo>
                  <a:close/>
                  <a:moveTo>
                    <a:pt x="1764" y="0"/>
                  </a:moveTo>
                  <a:lnTo>
                    <a:pt x="1877" y="0"/>
                  </a:lnTo>
                  <a:cubicBezTo>
                    <a:pt x="1882" y="0"/>
                    <a:pt x="1886" y="4"/>
                    <a:pt x="1886" y="8"/>
                  </a:cubicBezTo>
                  <a:cubicBezTo>
                    <a:pt x="1886" y="13"/>
                    <a:pt x="1882" y="16"/>
                    <a:pt x="1877" y="16"/>
                  </a:cubicBezTo>
                  <a:lnTo>
                    <a:pt x="1764" y="16"/>
                  </a:lnTo>
                  <a:cubicBezTo>
                    <a:pt x="1759" y="16"/>
                    <a:pt x="1756" y="13"/>
                    <a:pt x="1756" y="8"/>
                  </a:cubicBezTo>
                  <a:cubicBezTo>
                    <a:pt x="1756" y="4"/>
                    <a:pt x="1759" y="0"/>
                    <a:pt x="1764" y="0"/>
                  </a:cubicBezTo>
                  <a:close/>
                  <a:moveTo>
                    <a:pt x="1959" y="0"/>
                  </a:moveTo>
                  <a:lnTo>
                    <a:pt x="2073" y="0"/>
                  </a:lnTo>
                  <a:cubicBezTo>
                    <a:pt x="2077" y="0"/>
                    <a:pt x="2081" y="4"/>
                    <a:pt x="2081" y="8"/>
                  </a:cubicBezTo>
                  <a:cubicBezTo>
                    <a:pt x="2081" y="13"/>
                    <a:pt x="2077" y="16"/>
                    <a:pt x="2073" y="16"/>
                  </a:cubicBezTo>
                  <a:lnTo>
                    <a:pt x="1959" y="16"/>
                  </a:lnTo>
                  <a:cubicBezTo>
                    <a:pt x="1954" y="16"/>
                    <a:pt x="1951" y="13"/>
                    <a:pt x="1951" y="8"/>
                  </a:cubicBezTo>
                  <a:cubicBezTo>
                    <a:pt x="1951" y="4"/>
                    <a:pt x="1954" y="0"/>
                    <a:pt x="1959" y="0"/>
                  </a:cubicBezTo>
                  <a:close/>
                  <a:moveTo>
                    <a:pt x="2154" y="0"/>
                  </a:moveTo>
                  <a:lnTo>
                    <a:pt x="2268" y="0"/>
                  </a:lnTo>
                  <a:cubicBezTo>
                    <a:pt x="2272" y="0"/>
                    <a:pt x="2276" y="4"/>
                    <a:pt x="2276" y="8"/>
                  </a:cubicBezTo>
                  <a:cubicBezTo>
                    <a:pt x="2276" y="13"/>
                    <a:pt x="2272" y="16"/>
                    <a:pt x="2268" y="16"/>
                  </a:cubicBezTo>
                  <a:lnTo>
                    <a:pt x="2154" y="16"/>
                  </a:lnTo>
                  <a:cubicBezTo>
                    <a:pt x="2149" y="16"/>
                    <a:pt x="2146" y="13"/>
                    <a:pt x="2146" y="8"/>
                  </a:cubicBezTo>
                  <a:cubicBezTo>
                    <a:pt x="2146" y="4"/>
                    <a:pt x="2149" y="0"/>
                    <a:pt x="2154" y="0"/>
                  </a:cubicBezTo>
                  <a:close/>
                  <a:moveTo>
                    <a:pt x="2349" y="0"/>
                  </a:moveTo>
                  <a:lnTo>
                    <a:pt x="2463" y="0"/>
                  </a:lnTo>
                  <a:cubicBezTo>
                    <a:pt x="2467" y="0"/>
                    <a:pt x="2471" y="4"/>
                    <a:pt x="2471" y="8"/>
                  </a:cubicBezTo>
                  <a:cubicBezTo>
                    <a:pt x="2471" y="13"/>
                    <a:pt x="2467" y="16"/>
                    <a:pt x="2463" y="16"/>
                  </a:cubicBezTo>
                  <a:lnTo>
                    <a:pt x="2349" y="16"/>
                  </a:lnTo>
                  <a:cubicBezTo>
                    <a:pt x="2344" y="16"/>
                    <a:pt x="2341" y="13"/>
                    <a:pt x="2341" y="8"/>
                  </a:cubicBezTo>
                  <a:cubicBezTo>
                    <a:pt x="2341" y="4"/>
                    <a:pt x="2344" y="0"/>
                    <a:pt x="2349" y="0"/>
                  </a:cubicBezTo>
                  <a:close/>
                  <a:moveTo>
                    <a:pt x="2544" y="0"/>
                  </a:moveTo>
                  <a:lnTo>
                    <a:pt x="2658" y="0"/>
                  </a:lnTo>
                  <a:cubicBezTo>
                    <a:pt x="2662" y="0"/>
                    <a:pt x="2666" y="4"/>
                    <a:pt x="2666" y="8"/>
                  </a:cubicBezTo>
                  <a:cubicBezTo>
                    <a:pt x="2666" y="13"/>
                    <a:pt x="2662" y="16"/>
                    <a:pt x="2658" y="16"/>
                  </a:cubicBezTo>
                  <a:lnTo>
                    <a:pt x="2544" y="16"/>
                  </a:lnTo>
                  <a:cubicBezTo>
                    <a:pt x="2539" y="16"/>
                    <a:pt x="2536" y="13"/>
                    <a:pt x="2536" y="8"/>
                  </a:cubicBezTo>
                  <a:cubicBezTo>
                    <a:pt x="2536" y="4"/>
                    <a:pt x="2539" y="0"/>
                    <a:pt x="2544" y="0"/>
                  </a:cubicBezTo>
                  <a:close/>
                  <a:moveTo>
                    <a:pt x="2739" y="0"/>
                  </a:moveTo>
                  <a:lnTo>
                    <a:pt x="2853" y="0"/>
                  </a:lnTo>
                  <a:cubicBezTo>
                    <a:pt x="2857" y="0"/>
                    <a:pt x="2861" y="4"/>
                    <a:pt x="2861" y="8"/>
                  </a:cubicBezTo>
                  <a:cubicBezTo>
                    <a:pt x="2861" y="13"/>
                    <a:pt x="2857" y="16"/>
                    <a:pt x="2853" y="16"/>
                  </a:cubicBezTo>
                  <a:lnTo>
                    <a:pt x="2739" y="16"/>
                  </a:lnTo>
                  <a:cubicBezTo>
                    <a:pt x="2735" y="16"/>
                    <a:pt x="2731" y="13"/>
                    <a:pt x="2731" y="8"/>
                  </a:cubicBezTo>
                  <a:cubicBezTo>
                    <a:pt x="2731" y="4"/>
                    <a:pt x="2735" y="0"/>
                    <a:pt x="2739" y="0"/>
                  </a:cubicBezTo>
                  <a:close/>
                  <a:moveTo>
                    <a:pt x="2934" y="0"/>
                  </a:moveTo>
                  <a:lnTo>
                    <a:pt x="3048" y="0"/>
                  </a:lnTo>
                  <a:cubicBezTo>
                    <a:pt x="3052" y="0"/>
                    <a:pt x="3056" y="4"/>
                    <a:pt x="3056" y="8"/>
                  </a:cubicBezTo>
                  <a:cubicBezTo>
                    <a:pt x="3056" y="13"/>
                    <a:pt x="3052" y="16"/>
                    <a:pt x="3048" y="16"/>
                  </a:cubicBezTo>
                  <a:lnTo>
                    <a:pt x="2934" y="16"/>
                  </a:lnTo>
                  <a:cubicBezTo>
                    <a:pt x="2930" y="16"/>
                    <a:pt x="2926" y="13"/>
                    <a:pt x="2926" y="8"/>
                  </a:cubicBezTo>
                  <a:cubicBezTo>
                    <a:pt x="2926" y="4"/>
                    <a:pt x="2930" y="0"/>
                    <a:pt x="2934" y="0"/>
                  </a:cubicBezTo>
                  <a:close/>
                  <a:moveTo>
                    <a:pt x="3129" y="0"/>
                  </a:moveTo>
                  <a:lnTo>
                    <a:pt x="3243" y="0"/>
                  </a:lnTo>
                  <a:cubicBezTo>
                    <a:pt x="3247" y="0"/>
                    <a:pt x="3251" y="4"/>
                    <a:pt x="3251" y="8"/>
                  </a:cubicBezTo>
                  <a:cubicBezTo>
                    <a:pt x="3251" y="13"/>
                    <a:pt x="3247" y="16"/>
                    <a:pt x="3243" y="16"/>
                  </a:cubicBezTo>
                  <a:lnTo>
                    <a:pt x="3129" y="16"/>
                  </a:lnTo>
                  <a:cubicBezTo>
                    <a:pt x="3125" y="16"/>
                    <a:pt x="3121" y="13"/>
                    <a:pt x="3121" y="8"/>
                  </a:cubicBezTo>
                  <a:cubicBezTo>
                    <a:pt x="3121" y="4"/>
                    <a:pt x="3125" y="0"/>
                    <a:pt x="3129" y="0"/>
                  </a:cubicBezTo>
                  <a:close/>
                  <a:moveTo>
                    <a:pt x="3324" y="0"/>
                  </a:moveTo>
                  <a:lnTo>
                    <a:pt x="3438" y="0"/>
                  </a:lnTo>
                  <a:cubicBezTo>
                    <a:pt x="3443" y="0"/>
                    <a:pt x="3446" y="4"/>
                    <a:pt x="3446" y="8"/>
                  </a:cubicBezTo>
                  <a:cubicBezTo>
                    <a:pt x="3446" y="13"/>
                    <a:pt x="3443" y="16"/>
                    <a:pt x="3438" y="16"/>
                  </a:cubicBezTo>
                  <a:lnTo>
                    <a:pt x="3324" y="16"/>
                  </a:lnTo>
                  <a:cubicBezTo>
                    <a:pt x="3320" y="16"/>
                    <a:pt x="3316" y="13"/>
                    <a:pt x="3316" y="8"/>
                  </a:cubicBezTo>
                  <a:cubicBezTo>
                    <a:pt x="3316" y="4"/>
                    <a:pt x="3320" y="0"/>
                    <a:pt x="3324" y="0"/>
                  </a:cubicBezTo>
                  <a:close/>
                  <a:moveTo>
                    <a:pt x="3519" y="0"/>
                  </a:moveTo>
                  <a:lnTo>
                    <a:pt x="3633" y="0"/>
                  </a:lnTo>
                  <a:cubicBezTo>
                    <a:pt x="3638" y="0"/>
                    <a:pt x="3641" y="4"/>
                    <a:pt x="3641" y="8"/>
                  </a:cubicBezTo>
                  <a:cubicBezTo>
                    <a:pt x="3641" y="13"/>
                    <a:pt x="3638" y="16"/>
                    <a:pt x="3633" y="16"/>
                  </a:cubicBezTo>
                  <a:lnTo>
                    <a:pt x="3519" y="16"/>
                  </a:lnTo>
                  <a:cubicBezTo>
                    <a:pt x="3515" y="16"/>
                    <a:pt x="3511" y="13"/>
                    <a:pt x="3511" y="8"/>
                  </a:cubicBezTo>
                  <a:cubicBezTo>
                    <a:pt x="3511" y="4"/>
                    <a:pt x="3515" y="0"/>
                    <a:pt x="3519" y="0"/>
                  </a:cubicBezTo>
                  <a:close/>
                  <a:moveTo>
                    <a:pt x="3714" y="0"/>
                  </a:moveTo>
                  <a:lnTo>
                    <a:pt x="3828" y="0"/>
                  </a:lnTo>
                  <a:cubicBezTo>
                    <a:pt x="3833" y="0"/>
                    <a:pt x="3836" y="4"/>
                    <a:pt x="3836" y="8"/>
                  </a:cubicBezTo>
                  <a:cubicBezTo>
                    <a:pt x="3836" y="13"/>
                    <a:pt x="3833" y="16"/>
                    <a:pt x="3828" y="16"/>
                  </a:cubicBezTo>
                  <a:lnTo>
                    <a:pt x="3714" y="16"/>
                  </a:lnTo>
                  <a:cubicBezTo>
                    <a:pt x="3710" y="16"/>
                    <a:pt x="3706" y="13"/>
                    <a:pt x="3706" y="8"/>
                  </a:cubicBezTo>
                  <a:cubicBezTo>
                    <a:pt x="3706" y="4"/>
                    <a:pt x="3710" y="0"/>
                    <a:pt x="3714" y="0"/>
                  </a:cubicBezTo>
                  <a:close/>
                  <a:moveTo>
                    <a:pt x="3909" y="0"/>
                  </a:moveTo>
                  <a:lnTo>
                    <a:pt x="4023" y="0"/>
                  </a:lnTo>
                  <a:cubicBezTo>
                    <a:pt x="4028" y="0"/>
                    <a:pt x="4031" y="4"/>
                    <a:pt x="4031" y="8"/>
                  </a:cubicBezTo>
                  <a:cubicBezTo>
                    <a:pt x="4031" y="13"/>
                    <a:pt x="4028" y="16"/>
                    <a:pt x="4023" y="16"/>
                  </a:cubicBezTo>
                  <a:lnTo>
                    <a:pt x="3909" y="16"/>
                  </a:lnTo>
                  <a:cubicBezTo>
                    <a:pt x="3905" y="16"/>
                    <a:pt x="3901" y="13"/>
                    <a:pt x="3901" y="8"/>
                  </a:cubicBezTo>
                  <a:cubicBezTo>
                    <a:pt x="3901" y="4"/>
                    <a:pt x="3905" y="0"/>
                    <a:pt x="3909" y="0"/>
                  </a:cubicBezTo>
                  <a:close/>
                  <a:moveTo>
                    <a:pt x="4105" y="0"/>
                  </a:moveTo>
                  <a:lnTo>
                    <a:pt x="4218" y="0"/>
                  </a:lnTo>
                  <a:cubicBezTo>
                    <a:pt x="4223" y="0"/>
                    <a:pt x="4226" y="4"/>
                    <a:pt x="4226" y="8"/>
                  </a:cubicBezTo>
                  <a:cubicBezTo>
                    <a:pt x="4226" y="13"/>
                    <a:pt x="4223" y="16"/>
                    <a:pt x="4218" y="16"/>
                  </a:cubicBezTo>
                  <a:lnTo>
                    <a:pt x="4105" y="16"/>
                  </a:lnTo>
                  <a:cubicBezTo>
                    <a:pt x="4100" y="16"/>
                    <a:pt x="4096" y="13"/>
                    <a:pt x="4096" y="8"/>
                  </a:cubicBezTo>
                  <a:cubicBezTo>
                    <a:pt x="4096" y="4"/>
                    <a:pt x="4100" y="0"/>
                    <a:pt x="4105" y="0"/>
                  </a:cubicBezTo>
                  <a:close/>
                  <a:moveTo>
                    <a:pt x="4300" y="0"/>
                  </a:moveTo>
                  <a:lnTo>
                    <a:pt x="4413" y="0"/>
                  </a:lnTo>
                  <a:cubicBezTo>
                    <a:pt x="4418" y="0"/>
                    <a:pt x="4422" y="4"/>
                    <a:pt x="4422" y="8"/>
                  </a:cubicBezTo>
                  <a:cubicBezTo>
                    <a:pt x="4422" y="13"/>
                    <a:pt x="4418" y="16"/>
                    <a:pt x="4413" y="16"/>
                  </a:cubicBezTo>
                  <a:lnTo>
                    <a:pt x="4300" y="16"/>
                  </a:lnTo>
                  <a:cubicBezTo>
                    <a:pt x="4295" y="16"/>
                    <a:pt x="4291" y="13"/>
                    <a:pt x="4291" y="8"/>
                  </a:cubicBezTo>
                  <a:cubicBezTo>
                    <a:pt x="4291" y="4"/>
                    <a:pt x="4295" y="0"/>
                    <a:pt x="4300" y="0"/>
                  </a:cubicBezTo>
                  <a:close/>
                  <a:moveTo>
                    <a:pt x="4495" y="0"/>
                  </a:moveTo>
                  <a:lnTo>
                    <a:pt x="4608" y="0"/>
                  </a:lnTo>
                  <a:cubicBezTo>
                    <a:pt x="4613" y="0"/>
                    <a:pt x="4617" y="4"/>
                    <a:pt x="4617" y="8"/>
                  </a:cubicBezTo>
                  <a:cubicBezTo>
                    <a:pt x="4617" y="13"/>
                    <a:pt x="4613" y="16"/>
                    <a:pt x="4608" y="16"/>
                  </a:cubicBezTo>
                  <a:lnTo>
                    <a:pt x="4495" y="16"/>
                  </a:lnTo>
                  <a:cubicBezTo>
                    <a:pt x="4490" y="16"/>
                    <a:pt x="4487" y="13"/>
                    <a:pt x="4487" y="8"/>
                  </a:cubicBezTo>
                  <a:cubicBezTo>
                    <a:pt x="4487" y="4"/>
                    <a:pt x="4490" y="0"/>
                    <a:pt x="4495" y="0"/>
                  </a:cubicBezTo>
                  <a:close/>
                  <a:moveTo>
                    <a:pt x="4690" y="0"/>
                  </a:moveTo>
                  <a:lnTo>
                    <a:pt x="4804" y="0"/>
                  </a:lnTo>
                  <a:cubicBezTo>
                    <a:pt x="4808" y="0"/>
                    <a:pt x="4812" y="4"/>
                    <a:pt x="4812" y="8"/>
                  </a:cubicBezTo>
                  <a:cubicBezTo>
                    <a:pt x="4812" y="13"/>
                    <a:pt x="4808" y="16"/>
                    <a:pt x="4804" y="16"/>
                  </a:cubicBezTo>
                  <a:lnTo>
                    <a:pt x="4690" y="16"/>
                  </a:lnTo>
                  <a:cubicBezTo>
                    <a:pt x="4685" y="16"/>
                    <a:pt x="4682" y="13"/>
                    <a:pt x="4682" y="8"/>
                  </a:cubicBezTo>
                  <a:cubicBezTo>
                    <a:pt x="4682" y="4"/>
                    <a:pt x="4685" y="0"/>
                    <a:pt x="4690" y="0"/>
                  </a:cubicBezTo>
                  <a:close/>
                  <a:moveTo>
                    <a:pt x="4885" y="0"/>
                  </a:moveTo>
                  <a:lnTo>
                    <a:pt x="4999" y="0"/>
                  </a:lnTo>
                  <a:cubicBezTo>
                    <a:pt x="5003" y="0"/>
                    <a:pt x="5007" y="4"/>
                    <a:pt x="5007" y="8"/>
                  </a:cubicBezTo>
                  <a:cubicBezTo>
                    <a:pt x="5007" y="13"/>
                    <a:pt x="5003" y="16"/>
                    <a:pt x="4999" y="16"/>
                  </a:cubicBezTo>
                  <a:lnTo>
                    <a:pt x="4885" y="16"/>
                  </a:lnTo>
                  <a:cubicBezTo>
                    <a:pt x="4880" y="16"/>
                    <a:pt x="4877" y="13"/>
                    <a:pt x="4877" y="8"/>
                  </a:cubicBezTo>
                  <a:cubicBezTo>
                    <a:pt x="4877" y="4"/>
                    <a:pt x="4880" y="0"/>
                    <a:pt x="4885" y="0"/>
                  </a:cubicBezTo>
                  <a:close/>
                  <a:moveTo>
                    <a:pt x="5080" y="0"/>
                  </a:moveTo>
                  <a:lnTo>
                    <a:pt x="5128" y="0"/>
                  </a:lnTo>
                  <a:cubicBezTo>
                    <a:pt x="5132" y="0"/>
                    <a:pt x="5136" y="4"/>
                    <a:pt x="5136" y="8"/>
                  </a:cubicBezTo>
                  <a:cubicBezTo>
                    <a:pt x="5136" y="13"/>
                    <a:pt x="5132" y="16"/>
                    <a:pt x="5128" y="16"/>
                  </a:cubicBezTo>
                  <a:lnTo>
                    <a:pt x="5080" y="16"/>
                  </a:lnTo>
                  <a:cubicBezTo>
                    <a:pt x="5075" y="16"/>
                    <a:pt x="5072" y="13"/>
                    <a:pt x="5072" y="8"/>
                  </a:cubicBezTo>
                  <a:cubicBezTo>
                    <a:pt x="5072" y="4"/>
                    <a:pt x="5075" y="0"/>
                    <a:pt x="508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Rectangle 19">
              <a:extLst>
                <a:ext uri="{FF2B5EF4-FFF2-40B4-BE49-F238E27FC236}">
                  <a16:creationId xmlns:a16="http://schemas.microsoft.com/office/drawing/2014/main" id="{E7C4DF21-6FEF-FCA7-1D60-792500D2F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" y="2953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a</a:t>
              </a:r>
              <a:endParaRPr lang="en-CA" altLang="en-US" sz="1800"/>
            </a:p>
          </p:txBody>
        </p:sp>
        <p:sp>
          <p:nvSpPr>
            <p:cNvPr id="13330" name="Rectangle 20">
              <a:extLst>
                <a:ext uri="{FF2B5EF4-FFF2-40B4-BE49-F238E27FC236}">
                  <a16:creationId xmlns:a16="http://schemas.microsoft.com/office/drawing/2014/main" id="{308B0FA6-8B0E-7F25-25D7-3945F1496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" y="2635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c</a:t>
              </a:r>
              <a:endParaRPr lang="en-CA" altLang="en-US" sz="1800"/>
            </a:p>
          </p:txBody>
        </p:sp>
        <p:sp>
          <p:nvSpPr>
            <p:cNvPr id="13331" name="Rectangle 21">
              <a:extLst>
                <a:ext uri="{FF2B5EF4-FFF2-40B4-BE49-F238E27FC236}">
                  <a16:creationId xmlns:a16="http://schemas.microsoft.com/office/drawing/2014/main" id="{7D4CA61E-EAFB-6AB5-2A11-799E0357D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2953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b</a:t>
              </a:r>
              <a:endParaRPr lang="en-CA" altLang="en-US" sz="1800"/>
            </a:p>
          </p:txBody>
        </p:sp>
        <p:sp>
          <p:nvSpPr>
            <p:cNvPr id="13332" name="Rectangle 22">
              <a:extLst>
                <a:ext uri="{FF2B5EF4-FFF2-40B4-BE49-F238E27FC236}">
                  <a16:creationId xmlns:a16="http://schemas.microsoft.com/office/drawing/2014/main" id="{42949164-B86D-4AD3-207E-D15349673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" y="1735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d</a:t>
              </a:r>
              <a:endParaRPr lang="en-CA" altLang="en-US" sz="1800"/>
            </a:p>
          </p:txBody>
        </p:sp>
        <p:sp>
          <p:nvSpPr>
            <p:cNvPr id="13333" name="Rectangle 23">
              <a:extLst>
                <a:ext uri="{FF2B5EF4-FFF2-40B4-BE49-F238E27FC236}">
                  <a16:creationId xmlns:a16="http://schemas.microsoft.com/office/drawing/2014/main" id="{B1F60209-A96B-0729-0D23-143E38416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8" y="2887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x</a:t>
              </a:r>
              <a:endParaRPr lang="en-CA" altLang="en-US" sz="1800"/>
            </a:p>
          </p:txBody>
        </p:sp>
        <p:sp>
          <p:nvSpPr>
            <p:cNvPr id="13334" name="Rectangle 24">
              <a:extLst>
                <a:ext uri="{FF2B5EF4-FFF2-40B4-BE49-F238E27FC236}">
                  <a16:creationId xmlns:a16="http://schemas.microsoft.com/office/drawing/2014/main" id="{4A517398-F822-9C99-52CA-64D4AC4FF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2953"/>
              <a:ext cx="4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900">
                  <a:solidFill>
                    <a:srgbClr val="000000"/>
                  </a:solidFill>
                </a:rPr>
                <a:t>1</a:t>
              </a:r>
              <a:endParaRPr lang="en-CA" altLang="en-US" sz="1800"/>
            </a:p>
          </p:txBody>
        </p:sp>
        <p:sp>
          <p:nvSpPr>
            <p:cNvPr id="13335" name="Rectangle 25">
              <a:extLst>
                <a:ext uri="{FF2B5EF4-FFF2-40B4-BE49-F238E27FC236}">
                  <a16:creationId xmlns:a16="http://schemas.microsoft.com/office/drawing/2014/main" id="{891FB880-D3FF-440C-9B23-461A03A3F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" y="129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x</a:t>
              </a:r>
              <a:endParaRPr lang="en-CA" altLang="en-US" sz="1800"/>
            </a:p>
          </p:txBody>
        </p:sp>
        <p:sp>
          <p:nvSpPr>
            <p:cNvPr id="13336" name="Rectangle 26">
              <a:extLst>
                <a:ext uri="{FF2B5EF4-FFF2-40B4-BE49-F238E27FC236}">
                  <a16:creationId xmlns:a16="http://schemas.microsoft.com/office/drawing/2014/main" id="{5E0AA540-F758-54B0-3A93-B27F067A3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" y="1357"/>
              <a:ext cx="4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900">
                  <a:solidFill>
                    <a:srgbClr val="000000"/>
                  </a:solidFill>
                </a:rPr>
                <a:t>2</a:t>
              </a:r>
              <a:endParaRPr lang="en-CA" altLang="en-US" sz="1800"/>
            </a:p>
          </p:txBody>
        </p:sp>
        <p:sp>
          <p:nvSpPr>
            <p:cNvPr id="13337" name="Rectangle 27">
              <a:extLst>
                <a:ext uri="{FF2B5EF4-FFF2-40B4-BE49-F238E27FC236}">
                  <a16:creationId xmlns:a16="http://schemas.microsoft.com/office/drawing/2014/main" id="{3BCEFA1C-B3B7-D415-9950-22D388BF8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" y="1237"/>
              <a:ext cx="121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Robust Worst Case Test</a:t>
              </a:r>
              <a:endParaRPr lang="en-CA" altLang="en-US" sz="1800"/>
            </a:p>
          </p:txBody>
        </p:sp>
        <p:sp>
          <p:nvSpPr>
            <p:cNvPr id="13338" name="Rectangle 28">
              <a:extLst>
                <a:ext uri="{FF2B5EF4-FFF2-40B4-BE49-F238E27FC236}">
                  <a16:creationId xmlns:a16="http://schemas.microsoft.com/office/drawing/2014/main" id="{87878ABF-6983-B83C-8979-A82B5E1D7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" y="1363"/>
              <a:ext cx="11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Cases (function of two</a:t>
              </a:r>
              <a:endParaRPr lang="en-CA" altLang="en-US" sz="1800"/>
            </a:p>
          </p:txBody>
        </p:sp>
        <p:sp>
          <p:nvSpPr>
            <p:cNvPr id="13339" name="Rectangle 29">
              <a:extLst>
                <a:ext uri="{FF2B5EF4-FFF2-40B4-BE49-F238E27FC236}">
                  <a16:creationId xmlns:a16="http://schemas.microsoft.com/office/drawing/2014/main" id="{42A0748B-D45D-45EC-D169-BA07C5F78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" y="1495"/>
              <a:ext cx="48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400">
                  <a:solidFill>
                    <a:srgbClr val="000000"/>
                  </a:solidFill>
                </a:rPr>
                <a:t>variables)</a:t>
              </a:r>
              <a:endParaRPr lang="en-CA" altLang="en-US" sz="1800"/>
            </a:p>
          </p:txBody>
        </p:sp>
        <p:sp>
          <p:nvSpPr>
            <p:cNvPr id="13340" name="Oval 30">
              <a:extLst>
                <a:ext uri="{FF2B5EF4-FFF2-40B4-BE49-F238E27FC236}">
                  <a16:creationId xmlns:a16="http://schemas.microsoft.com/office/drawing/2014/main" id="{B8965F6D-AFB1-5EA6-AB3C-AED0C65EB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1" name="Oval 31">
              <a:extLst>
                <a:ext uri="{FF2B5EF4-FFF2-40B4-BE49-F238E27FC236}">
                  <a16:creationId xmlns:a16="http://schemas.microsoft.com/office/drawing/2014/main" id="{72ECE99D-B14E-3344-945F-C7A1C75A4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2" name="Oval 32">
              <a:extLst>
                <a:ext uri="{FF2B5EF4-FFF2-40B4-BE49-F238E27FC236}">
                  <a16:creationId xmlns:a16="http://schemas.microsoft.com/office/drawing/2014/main" id="{01F26E41-D81B-4419-FBB5-30C3E8CE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3" name="Oval 33">
              <a:extLst>
                <a:ext uri="{FF2B5EF4-FFF2-40B4-BE49-F238E27FC236}">
                  <a16:creationId xmlns:a16="http://schemas.microsoft.com/office/drawing/2014/main" id="{AA014563-1F93-A307-A4DB-3F229D551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4" name="Oval 34">
              <a:extLst>
                <a:ext uri="{FF2B5EF4-FFF2-40B4-BE49-F238E27FC236}">
                  <a16:creationId xmlns:a16="http://schemas.microsoft.com/office/drawing/2014/main" id="{E0A755B2-D5A5-1CCE-E8EF-7806BE737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5" name="Oval 35">
              <a:extLst>
                <a:ext uri="{FF2B5EF4-FFF2-40B4-BE49-F238E27FC236}">
                  <a16:creationId xmlns:a16="http://schemas.microsoft.com/office/drawing/2014/main" id="{CF51F8D3-3359-3BEF-6C30-31DFF511D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6" name="Oval 36">
              <a:extLst>
                <a:ext uri="{FF2B5EF4-FFF2-40B4-BE49-F238E27FC236}">
                  <a16:creationId xmlns:a16="http://schemas.microsoft.com/office/drawing/2014/main" id="{6CD355C9-820C-2C47-ABE4-3423D82F5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7" name="Oval 37">
              <a:extLst>
                <a:ext uri="{FF2B5EF4-FFF2-40B4-BE49-F238E27FC236}">
                  <a16:creationId xmlns:a16="http://schemas.microsoft.com/office/drawing/2014/main" id="{3ECDB8C4-6DCA-171D-E25B-B05E0F1EC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8" name="Oval 38">
              <a:extLst>
                <a:ext uri="{FF2B5EF4-FFF2-40B4-BE49-F238E27FC236}">
                  <a16:creationId xmlns:a16="http://schemas.microsoft.com/office/drawing/2014/main" id="{23DD4C81-8F08-BD7C-E74D-83EBBFA12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49" name="Oval 39">
              <a:extLst>
                <a:ext uri="{FF2B5EF4-FFF2-40B4-BE49-F238E27FC236}">
                  <a16:creationId xmlns:a16="http://schemas.microsoft.com/office/drawing/2014/main" id="{9A4AC783-45C2-C4EA-69F9-7C54F5296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0" name="Oval 40">
              <a:extLst>
                <a:ext uri="{FF2B5EF4-FFF2-40B4-BE49-F238E27FC236}">
                  <a16:creationId xmlns:a16="http://schemas.microsoft.com/office/drawing/2014/main" id="{485E2C7A-FB6E-E91E-DE25-C1F32E0B0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1" name="Oval 41">
              <a:extLst>
                <a:ext uri="{FF2B5EF4-FFF2-40B4-BE49-F238E27FC236}">
                  <a16:creationId xmlns:a16="http://schemas.microsoft.com/office/drawing/2014/main" id="{DD9AFB8B-F6B5-2213-7377-EEA9B9469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2" name="Oval 42">
              <a:extLst>
                <a:ext uri="{FF2B5EF4-FFF2-40B4-BE49-F238E27FC236}">
                  <a16:creationId xmlns:a16="http://schemas.microsoft.com/office/drawing/2014/main" id="{1A9823F4-65F0-1964-EDDA-F3DBF50CA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3" name="Oval 43">
              <a:extLst>
                <a:ext uri="{FF2B5EF4-FFF2-40B4-BE49-F238E27FC236}">
                  <a16:creationId xmlns:a16="http://schemas.microsoft.com/office/drawing/2014/main" id="{0CCEA6BC-8BE2-0193-FD5D-09A7473BE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4" name="Oval 44">
              <a:extLst>
                <a:ext uri="{FF2B5EF4-FFF2-40B4-BE49-F238E27FC236}">
                  <a16:creationId xmlns:a16="http://schemas.microsoft.com/office/drawing/2014/main" id="{320C8389-4C95-286E-0844-F883E68AF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5" name="Oval 45">
              <a:extLst>
                <a:ext uri="{FF2B5EF4-FFF2-40B4-BE49-F238E27FC236}">
                  <a16:creationId xmlns:a16="http://schemas.microsoft.com/office/drawing/2014/main" id="{DF0DAA78-82FB-C068-8C2E-4E85BD88F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6" name="Oval 46">
              <a:extLst>
                <a:ext uri="{FF2B5EF4-FFF2-40B4-BE49-F238E27FC236}">
                  <a16:creationId xmlns:a16="http://schemas.microsoft.com/office/drawing/2014/main" id="{306433B7-7E6D-3769-B5D1-C6B7C924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7" name="Oval 47">
              <a:extLst>
                <a:ext uri="{FF2B5EF4-FFF2-40B4-BE49-F238E27FC236}">
                  <a16:creationId xmlns:a16="http://schemas.microsoft.com/office/drawing/2014/main" id="{7CBD801A-717B-30D4-79A4-40804784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8" name="Oval 48">
              <a:extLst>
                <a:ext uri="{FF2B5EF4-FFF2-40B4-BE49-F238E27FC236}">
                  <a16:creationId xmlns:a16="http://schemas.microsoft.com/office/drawing/2014/main" id="{787E7A5E-3FCE-A944-921B-33157A6DE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59" name="Oval 49">
              <a:extLst>
                <a:ext uri="{FF2B5EF4-FFF2-40B4-BE49-F238E27FC236}">
                  <a16:creationId xmlns:a16="http://schemas.microsoft.com/office/drawing/2014/main" id="{A5BC317C-24A0-D411-3C32-14C314228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0" name="Oval 50">
              <a:extLst>
                <a:ext uri="{FF2B5EF4-FFF2-40B4-BE49-F238E27FC236}">
                  <a16:creationId xmlns:a16="http://schemas.microsoft.com/office/drawing/2014/main" id="{124BECF5-751E-BE86-FF3C-8C7511067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1" name="Oval 51">
              <a:extLst>
                <a:ext uri="{FF2B5EF4-FFF2-40B4-BE49-F238E27FC236}">
                  <a16:creationId xmlns:a16="http://schemas.microsoft.com/office/drawing/2014/main" id="{16E0F7CA-6576-61DF-6CAA-C18486A9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2" name="Oval 52">
              <a:extLst>
                <a:ext uri="{FF2B5EF4-FFF2-40B4-BE49-F238E27FC236}">
                  <a16:creationId xmlns:a16="http://schemas.microsoft.com/office/drawing/2014/main" id="{CEC2010F-29B3-5EF3-ABA7-3043E031B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3" name="Oval 53">
              <a:extLst>
                <a:ext uri="{FF2B5EF4-FFF2-40B4-BE49-F238E27FC236}">
                  <a16:creationId xmlns:a16="http://schemas.microsoft.com/office/drawing/2014/main" id="{35176D08-D950-CE5F-80AB-6B3D8D8A1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4" name="Oval 54">
              <a:extLst>
                <a:ext uri="{FF2B5EF4-FFF2-40B4-BE49-F238E27FC236}">
                  <a16:creationId xmlns:a16="http://schemas.microsoft.com/office/drawing/2014/main" id="{F8C428B0-1D97-B431-BD23-EF0014FF6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5" name="Oval 55">
              <a:extLst>
                <a:ext uri="{FF2B5EF4-FFF2-40B4-BE49-F238E27FC236}">
                  <a16:creationId xmlns:a16="http://schemas.microsoft.com/office/drawing/2014/main" id="{CC1A108A-6A5C-C435-27C9-1C4CF5929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6" name="Oval 56">
              <a:extLst>
                <a:ext uri="{FF2B5EF4-FFF2-40B4-BE49-F238E27FC236}">
                  <a16:creationId xmlns:a16="http://schemas.microsoft.com/office/drawing/2014/main" id="{720B3164-134C-6FFF-B410-0A02FAA36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7" name="Oval 57">
              <a:extLst>
                <a:ext uri="{FF2B5EF4-FFF2-40B4-BE49-F238E27FC236}">
                  <a16:creationId xmlns:a16="http://schemas.microsoft.com/office/drawing/2014/main" id="{2A0CACF0-ADCE-69DC-CF16-FAEE5B861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8" name="Oval 58">
              <a:extLst>
                <a:ext uri="{FF2B5EF4-FFF2-40B4-BE49-F238E27FC236}">
                  <a16:creationId xmlns:a16="http://schemas.microsoft.com/office/drawing/2014/main" id="{AE5BF28D-ECF8-2A1A-AA7E-324CD7936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69" name="Oval 59">
              <a:extLst>
                <a:ext uri="{FF2B5EF4-FFF2-40B4-BE49-F238E27FC236}">
                  <a16:creationId xmlns:a16="http://schemas.microsoft.com/office/drawing/2014/main" id="{6EBFC3F4-EFF8-2D26-2B9D-89634BC8B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0" name="Oval 60">
              <a:extLst>
                <a:ext uri="{FF2B5EF4-FFF2-40B4-BE49-F238E27FC236}">
                  <a16:creationId xmlns:a16="http://schemas.microsoft.com/office/drawing/2014/main" id="{C6EA5354-9042-1154-FC67-AA6B8649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1" name="Oval 61">
              <a:extLst>
                <a:ext uri="{FF2B5EF4-FFF2-40B4-BE49-F238E27FC236}">
                  <a16:creationId xmlns:a16="http://schemas.microsoft.com/office/drawing/2014/main" id="{4928A459-6565-F123-0D69-D18A76AE4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2" name="Oval 62">
              <a:extLst>
                <a:ext uri="{FF2B5EF4-FFF2-40B4-BE49-F238E27FC236}">
                  <a16:creationId xmlns:a16="http://schemas.microsoft.com/office/drawing/2014/main" id="{94B9FBAC-BE9B-15F8-2943-2CA2D9BB7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3" name="Oval 63">
              <a:extLst>
                <a:ext uri="{FF2B5EF4-FFF2-40B4-BE49-F238E27FC236}">
                  <a16:creationId xmlns:a16="http://schemas.microsoft.com/office/drawing/2014/main" id="{CB549BB6-D12B-A7DB-D5DC-9020DFA41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4" name="Oval 64">
              <a:extLst>
                <a:ext uri="{FF2B5EF4-FFF2-40B4-BE49-F238E27FC236}">
                  <a16:creationId xmlns:a16="http://schemas.microsoft.com/office/drawing/2014/main" id="{E6718A79-DE65-6E34-29F2-262C55AD9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5" name="Oval 65">
              <a:extLst>
                <a:ext uri="{FF2B5EF4-FFF2-40B4-BE49-F238E27FC236}">
                  <a16:creationId xmlns:a16="http://schemas.microsoft.com/office/drawing/2014/main" id="{7EA4F8FA-7E55-7896-8845-0D0EB1B59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6" name="Oval 66">
              <a:extLst>
                <a:ext uri="{FF2B5EF4-FFF2-40B4-BE49-F238E27FC236}">
                  <a16:creationId xmlns:a16="http://schemas.microsoft.com/office/drawing/2014/main" id="{19B28005-A50A-0089-993E-62F14600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7" name="Oval 67">
              <a:extLst>
                <a:ext uri="{FF2B5EF4-FFF2-40B4-BE49-F238E27FC236}">
                  <a16:creationId xmlns:a16="http://schemas.microsoft.com/office/drawing/2014/main" id="{6131A57F-EFA4-A61F-6D6C-8E8BFB441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8" name="Oval 68">
              <a:extLst>
                <a:ext uri="{FF2B5EF4-FFF2-40B4-BE49-F238E27FC236}">
                  <a16:creationId xmlns:a16="http://schemas.microsoft.com/office/drawing/2014/main" id="{7351BC62-3868-9BD7-D82A-FB153F04C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9" name="Oval 69">
              <a:extLst>
                <a:ext uri="{FF2B5EF4-FFF2-40B4-BE49-F238E27FC236}">
                  <a16:creationId xmlns:a16="http://schemas.microsoft.com/office/drawing/2014/main" id="{FA5661CE-6D8F-7EAF-65BA-B6551581D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0" name="Oval 70">
              <a:extLst>
                <a:ext uri="{FF2B5EF4-FFF2-40B4-BE49-F238E27FC236}">
                  <a16:creationId xmlns:a16="http://schemas.microsoft.com/office/drawing/2014/main" id="{18EEAE73-12F9-7838-6508-79DE6D2CC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1" name="Oval 71">
              <a:extLst>
                <a:ext uri="{FF2B5EF4-FFF2-40B4-BE49-F238E27FC236}">
                  <a16:creationId xmlns:a16="http://schemas.microsoft.com/office/drawing/2014/main" id="{07EC1571-A23B-7343-64DD-BF7E97F60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2" name="Oval 72">
              <a:extLst>
                <a:ext uri="{FF2B5EF4-FFF2-40B4-BE49-F238E27FC236}">
                  <a16:creationId xmlns:a16="http://schemas.microsoft.com/office/drawing/2014/main" id="{65518573-5D2A-8E69-4152-16F000C64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3" name="Oval 73">
              <a:extLst>
                <a:ext uri="{FF2B5EF4-FFF2-40B4-BE49-F238E27FC236}">
                  <a16:creationId xmlns:a16="http://schemas.microsoft.com/office/drawing/2014/main" id="{FD0DA80B-1DC1-A2D1-2B3D-CC6CFF000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4" name="Oval 74">
              <a:extLst>
                <a:ext uri="{FF2B5EF4-FFF2-40B4-BE49-F238E27FC236}">
                  <a16:creationId xmlns:a16="http://schemas.microsoft.com/office/drawing/2014/main" id="{16C1BC99-C368-5008-5493-B6AF03222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5" name="Oval 75">
              <a:extLst>
                <a:ext uri="{FF2B5EF4-FFF2-40B4-BE49-F238E27FC236}">
                  <a16:creationId xmlns:a16="http://schemas.microsoft.com/office/drawing/2014/main" id="{2B7CD6BF-68A7-CCC7-9678-6E7F33D53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6" name="Oval 76">
              <a:extLst>
                <a:ext uri="{FF2B5EF4-FFF2-40B4-BE49-F238E27FC236}">
                  <a16:creationId xmlns:a16="http://schemas.microsoft.com/office/drawing/2014/main" id="{D8512AA7-5115-45FD-A805-510B8F716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7" name="Oval 77">
              <a:extLst>
                <a:ext uri="{FF2B5EF4-FFF2-40B4-BE49-F238E27FC236}">
                  <a16:creationId xmlns:a16="http://schemas.microsoft.com/office/drawing/2014/main" id="{2D98A203-075C-E67F-508A-1521CF94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8" name="Oval 78">
              <a:extLst>
                <a:ext uri="{FF2B5EF4-FFF2-40B4-BE49-F238E27FC236}">
                  <a16:creationId xmlns:a16="http://schemas.microsoft.com/office/drawing/2014/main" id="{301A13CD-38E9-B63F-F717-351E96E5B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89" name="Oval 79">
              <a:extLst>
                <a:ext uri="{FF2B5EF4-FFF2-40B4-BE49-F238E27FC236}">
                  <a16:creationId xmlns:a16="http://schemas.microsoft.com/office/drawing/2014/main" id="{026516D6-0A71-0A73-EA6C-A19BC62A8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0" name="Oval 80">
              <a:extLst>
                <a:ext uri="{FF2B5EF4-FFF2-40B4-BE49-F238E27FC236}">
                  <a16:creationId xmlns:a16="http://schemas.microsoft.com/office/drawing/2014/main" id="{16B36742-EBF7-C923-DFC1-5DA9AC9BA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1" name="Oval 81">
              <a:extLst>
                <a:ext uri="{FF2B5EF4-FFF2-40B4-BE49-F238E27FC236}">
                  <a16:creationId xmlns:a16="http://schemas.microsoft.com/office/drawing/2014/main" id="{A3603D4C-0A6E-4D34-2D5F-69B7A11A8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2" name="Oval 82">
              <a:extLst>
                <a:ext uri="{FF2B5EF4-FFF2-40B4-BE49-F238E27FC236}">
                  <a16:creationId xmlns:a16="http://schemas.microsoft.com/office/drawing/2014/main" id="{B6420565-88C5-A72C-2776-B10B3A310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3" name="Oval 83">
              <a:extLst>
                <a:ext uri="{FF2B5EF4-FFF2-40B4-BE49-F238E27FC236}">
                  <a16:creationId xmlns:a16="http://schemas.microsoft.com/office/drawing/2014/main" id="{341C6C19-21DB-9051-F0B5-5FB70D10D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4" name="Oval 84">
              <a:extLst>
                <a:ext uri="{FF2B5EF4-FFF2-40B4-BE49-F238E27FC236}">
                  <a16:creationId xmlns:a16="http://schemas.microsoft.com/office/drawing/2014/main" id="{A598B2CC-775A-B9E2-58E9-36B7EAEA6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5" name="Oval 85">
              <a:extLst>
                <a:ext uri="{FF2B5EF4-FFF2-40B4-BE49-F238E27FC236}">
                  <a16:creationId xmlns:a16="http://schemas.microsoft.com/office/drawing/2014/main" id="{4556AE78-4F4F-E0EC-837C-E44DA844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6" name="Oval 86">
              <a:extLst>
                <a:ext uri="{FF2B5EF4-FFF2-40B4-BE49-F238E27FC236}">
                  <a16:creationId xmlns:a16="http://schemas.microsoft.com/office/drawing/2014/main" id="{0C77E923-4A17-BD25-A0E3-06DB7A8DA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7" name="Oval 87">
              <a:extLst>
                <a:ext uri="{FF2B5EF4-FFF2-40B4-BE49-F238E27FC236}">
                  <a16:creationId xmlns:a16="http://schemas.microsoft.com/office/drawing/2014/main" id="{095F5A52-034B-3F15-B04C-49F6348B5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8" name="Oval 88">
              <a:extLst>
                <a:ext uri="{FF2B5EF4-FFF2-40B4-BE49-F238E27FC236}">
                  <a16:creationId xmlns:a16="http://schemas.microsoft.com/office/drawing/2014/main" id="{B1257A28-7FCE-9FBA-824D-C089BCD5D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99" name="Oval 89">
              <a:extLst>
                <a:ext uri="{FF2B5EF4-FFF2-40B4-BE49-F238E27FC236}">
                  <a16:creationId xmlns:a16="http://schemas.microsoft.com/office/drawing/2014/main" id="{DF4353E9-52A5-0123-5F53-D7B8EBE55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0" name="Oval 90">
              <a:extLst>
                <a:ext uri="{FF2B5EF4-FFF2-40B4-BE49-F238E27FC236}">
                  <a16:creationId xmlns:a16="http://schemas.microsoft.com/office/drawing/2014/main" id="{6D4E3863-135D-EF9C-63FD-993E67496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1" name="Oval 91">
              <a:extLst>
                <a:ext uri="{FF2B5EF4-FFF2-40B4-BE49-F238E27FC236}">
                  <a16:creationId xmlns:a16="http://schemas.microsoft.com/office/drawing/2014/main" id="{E17863D1-F8B3-DBFC-5237-6C5658D3A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2" name="Oval 92">
              <a:extLst>
                <a:ext uri="{FF2B5EF4-FFF2-40B4-BE49-F238E27FC236}">
                  <a16:creationId xmlns:a16="http://schemas.microsoft.com/office/drawing/2014/main" id="{2258FA19-6C46-9F94-85DD-FA70A777F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3" name="Oval 93">
              <a:extLst>
                <a:ext uri="{FF2B5EF4-FFF2-40B4-BE49-F238E27FC236}">
                  <a16:creationId xmlns:a16="http://schemas.microsoft.com/office/drawing/2014/main" id="{3B67EF1A-5F3E-BD0D-DCF5-8EA0FBB44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4" name="Oval 94">
              <a:extLst>
                <a:ext uri="{FF2B5EF4-FFF2-40B4-BE49-F238E27FC236}">
                  <a16:creationId xmlns:a16="http://schemas.microsoft.com/office/drawing/2014/main" id="{EE5415EE-9A83-1D8E-DAC3-84FC56AD1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5" name="Oval 95">
              <a:extLst>
                <a:ext uri="{FF2B5EF4-FFF2-40B4-BE49-F238E27FC236}">
                  <a16:creationId xmlns:a16="http://schemas.microsoft.com/office/drawing/2014/main" id="{F54FCA83-D2D0-6DAF-ECC0-A7A922544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6" name="Oval 96">
              <a:extLst>
                <a:ext uri="{FF2B5EF4-FFF2-40B4-BE49-F238E27FC236}">
                  <a16:creationId xmlns:a16="http://schemas.microsoft.com/office/drawing/2014/main" id="{983574BF-DDEC-A66D-2C66-0B2EAC16D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2568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7" name="Oval 97">
              <a:extLst>
                <a:ext uri="{FF2B5EF4-FFF2-40B4-BE49-F238E27FC236}">
                  <a16:creationId xmlns:a16="http://schemas.microsoft.com/office/drawing/2014/main" id="{9AF078CA-B5D1-CF65-EA71-87657EB3A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2568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8" name="Oval 98">
              <a:extLst>
                <a:ext uri="{FF2B5EF4-FFF2-40B4-BE49-F238E27FC236}">
                  <a16:creationId xmlns:a16="http://schemas.microsoft.com/office/drawing/2014/main" id="{FAE1915D-CB04-F04B-A04D-3AE007CF6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74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09" name="Oval 99">
              <a:extLst>
                <a:ext uri="{FF2B5EF4-FFF2-40B4-BE49-F238E27FC236}">
                  <a16:creationId xmlns:a16="http://schemas.microsoft.com/office/drawing/2014/main" id="{185A653E-0982-0129-8AC1-13A861FBF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74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0" name="Oval 100">
              <a:extLst>
                <a:ext uri="{FF2B5EF4-FFF2-40B4-BE49-F238E27FC236}">
                  <a16:creationId xmlns:a16="http://schemas.microsoft.com/office/drawing/2014/main" id="{CDB89360-31BE-F78F-9603-2026AE657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2657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1" name="Oval 101">
              <a:extLst>
                <a:ext uri="{FF2B5EF4-FFF2-40B4-BE49-F238E27FC236}">
                  <a16:creationId xmlns:a16="http://schemas.microsoft.com/office/drawing/2014/main" id="{8546FA4C-FB31-D57A-6AC4-21B265812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2657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2" name="Oval 102">
              <a:extLst>
                <a:ext uri="{FF2B5EF4-FFF2-40B4-BE49-F238E27FC236}">
                  <a16:creationId xmlns:a16="http://schemas.microsoft.com/office/drawing/2014/main" id="{77019751-49BF-50D0-96F8-AB6897044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3" name="Oval 103">
              <a:extLst>
                <a:ext uri="{FF2B5EF4-FFF2-40B4-BE49-F238E27FC236}">
                  <a16:creationId xmlns:a16="http://schemas.microsoft.com/office/drawing/2014/main" id="{F0F5C5A9-2772-4A7B-500B-AA546BD20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4" name="Oval 104">
              <a:extLst>
                <a:ext uri="{FF2B5EF4-FFF2-40B4-BE49-F238E27FC236}">
                  <a16:creationId xmlns:a16="http://schemas.microsoft.com/office/drawing/2014/main" id="{203D7F82-CAD4-95B9-5608-9079EC6B7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5" name="Oval 105">
              <a:extLst>
                <a:ext uri="{FF2B5EF4-FFF2-40B4-BE49-F238E27FC236}">
                  <a16:creationId xmlns:a16="http://schemas.microsoft.com/office/drawing/2014/main" id="{08D2DE35-E768-7B07-8EEC-E35941A01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6" name="Oval 106">
              <a:extLst>
                <a:ext uri="{FF2B5EF4-FFF2-40B4-BE49-F238E27FC236}">
                  <a16:creationId xmlns:a16="http://schemas.microsoft.com/office/drawing/2014/main" id="{82AB1B25-674C-5ED4-ADC4-263B51914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7" name="Oval 107">
              <a:extLst>
                <a:ext uri="{FF2B5EF4-FFF2-40B4-BE49-F238E27FC236}">
                  <a16:creationId xmlns:a16="http://schemas.microsoft.com/office/drawing/2014/main" id="{39BCA585-9610-50BF-1FF1-BB39048BB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8" name="Oval 108">
              <a:extLst>
                <a:ext uri="{FF2B5EF4-FFF2-40B4-BE49-F238E27FC236}">
                  <a16:creationId xmlns:a16="http://schemas.microsoft.com/office/drawing/2014/main" id="{62E399B4-39D2-BB3D-0A1E-5DC7F2049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19" name="Oval 109">
              <a:extLst>
                <a:ext uri="{FF2B5EF4-FFF2-40B4-BE49-F238E27FC236}">
                  <a16:creationId xmlns:a16="http://schemas.microsoft.com/office/drawing/2014/main" id="{D6EC7F37-FC1A-72C8-B043-1FBA24888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0" name="Oval 110">
              <a:extLst>
                <a:ext uri="{FF2B5EF4-FFF2-40B4-BE49-F238E27FC236}">
                  <a16:creationId xmlns:a16="http://schemas.microsoft.com/office/drawing/2014/main" id="{422CA658-2160-36B3-44F2-7EFD7997E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1" name="Oval 111">
              <a:extLst>
                <a:ext uri="{FF2B5EF4-FFF2-40B4-BE49-F238E27FC236}">
                  <a16:creationId xmlns:a16="http://schemas.microsoft.com/office/drawing/2014/main" id="{97136B01-1D4C-21B8-BA56-35EA7FED9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2" name="Oval 112">
              <a:extLst>
                <a:ext uri="{FF2B5EF4-FFF2-40B4-BE49-F238E27FC236}">
                  <a16:creationId xmlns:a16="http://schemas.microsoft.com/office/drawing/2014/main" id="{F5313616-1019-D96C-F3DF-39F50F14D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3" name="Oval 113">
              <a:extLst>
                <a:ext uri="{FF2B5EF4-FFF2-40B4-BE49-F238E27FC236}">
                  <a16:creationId xmlns:a16="http://schemas.microsoft.com/office/drawing/2014/main" id="{7436E754-3C70-733D-82C9-D1B9373DD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4" name="Oval 114">
              <a:extLst>
                <a:ext uri="{FF2B5EF4-FFF2-40B4-BE49-F238E27FC236}">
                  <a16:creationId xmlns:a16="http://schemas.microsoft.com/office/drawing/2014/main" id="{7562E13A-D4E6-A542-9B48-778E9956E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31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5" name="Oval 115">
              <a:extLst>
                <a:ext uri="{FF2B5EF4-FFF2-40B4-BE49-F238E27FC236}">
                  <a16:creationId xmlns:a16="http://schemas.microsoft.com/office/drawing/2014/main" id="{066F8427-40CF-A193-F384-6EA7D0D7F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31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6" name="Oval 116">
              <a:extLst>
                <a:ext uri="{FF2B5EF4-FFF2-40B4-BE49-F238E27FC236}">
                  <a16:creationId xmlns:a16="http://schemas.microsoft.com/office/drawing/2014/main" id="{D2FD766D-A09B-2C7B-39BF-3912571E4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7" name="Oval 117">
              <a:extLst>
                <a:ext uri="{FF2B5EF4-FFF2-40B4-BE49-F238E27FC236}">
                  <a16:creationId xmlns:a16="http://schemas.microsoft.com/office/drawing/2014/main" id="{741875AA-8FE7-42CB-8A3B-60E1B78B4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8" name="Oval 118">
              <a:extLst>
                <a:ext uri="{FF2B5EF4-FFF2-40B4-BE49-F238E27FC236}">
                  <a16:creationId xmlns:a16="http://schemas.microsoft.com/office/drawing/2014/main" id="{B84C6520-12BC-487D-85F8-00B44825C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29" name="Oval 119">
              <a:extLst>
                <a:ext uri="{FF2B5EF4-FFF2-40B4-BE49-F238E27FC236}">
                  <a16:creationId xmlns:a16="http://schemas.microsoft.com/office/drawing/2014/main" id="{9FC697DB-B399-2A26-E05F-2AA7E703C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0" name="Oval 120">
              <a:extLst>
                <a:ext uri="{FF2B5EF4-FFF2-40B4-BE49-F238E27FC236}">
                  <a16:creationId xmlns:a16="http://schemas.microsoft.com/office/drawing/2014/main" id="{71DC3CCE-A263-C1F3-3344-E1C342705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851"/>
              <a:ext cx="72" cy="7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1" name="Oval 121">
              <a:extLst>
                <a:ext uri="{FF2B5EF4-FFF2-40B4-BE49-F238E27FC236}">
                  <a16:creationId xmlns:a16="http://schemas.microsoft.com/office/drawing/2014/main" id="{D4031D39-7348-63EA-0732-F858D0FE7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851"/>
              <a:ext cx="72" cy="7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2" name="Oval 122">
              <a:extLst>
                <a:ext uri="{FF2B5EF4-FFF2-40B4-BE49-F238E27FC236}">
                  <a16:creationId xmlns:a16="http://schemas.microsoft.com/office/drawing/2014/main" id="{0855184C-CCB4-2C1B-3AEA-2BAF5AE62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6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3" name="Oval 123">
              <a:extLst>
                <a:ext uri="{FF2B5EF4-FFF2-40B4-BE49-F238E27FC236}">
                  <a16:creationId xmlns:a16="http://schemas.microsoft.com/office/drawing/2014/main" id="{578A8AA6-97B7-C545-6121-D950A5F7F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6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4" name="Oval 124">
              <a:extLst>
                <a:ext uri="{FF2B5EF4-FFF2-40B4-BE49-F238E27FC236}">
                  <a16:creationId xmlns:a16="http://schemas.microsoft.com/office/drawing/2014/main" id="{FB081625-5EB4-8A17-0846-EE4AEF2F2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5" name="Oval 125">
              <a:extLst>
                <a:ext uri="{FF2B5EF4-FFF2-40B4-BE49-F238E27FC236}">
                  <a16:creationId xmlns:a16="http://schemas.microsoft.com/office/drawing/2014/main" id="{AC503B9C-283D-8AB3-B49F-68D92BE36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6" name="Oval 126">
              <a:extLst>
                <a:ext uri="{FF2B5EF4-FFF2-40B4-BE49-F238E27FC236}">
                  <a16:creationId xmlns:a16="http://schemas.microsoft.com/office/drawing/2014/main" id="{C2CC4EAA-AB66-7403-2DF3-F0E0ED374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672"/>
              <a:ext cx="72" cy="7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437" name="Oval 127">
              <a:extLst>
                <a:ext uri="{FF2B5EF4-FFF2-40B4-BE49-F238E27FC236}">
                  <a16:creationId xmlns:a16="http://schemas.microsoft.com/office/drawing/2014/main" id="{57E1693C-A3F6-F0E3-D9D1-FC91E58D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1672"/>
              <a:ext cx="72" cy="7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3317" name="TextBox 127">
            <a:extLst>
              <a:ext uri="{FF2B5EF4-FFF2-40B4-BE49-F238E27FC236}">
                <a16:creationId xmlns:a16="http://schemas.microsoft.com/office/drawing/2014/main" id="{BA708398-BBD9-CDD6-C090-7DABCDCFE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5626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/>
              <a:t>For an n variable function this generates 7 ^ n test cases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2320873-2D8D-81CE-97AA-4CA3DBFD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99"/>
                </a:solidFill>
              </a:rPr>
              <a:t>Determining Boundaries for Various Data Types : Guide Lines</a:t>
            </a:r>
          </a:p>
        </p:txBody>
      </p:sp>
      <p:sp>
        <p:nvSpPr>
          <p:cNvPr id="15363" name="TextBox 2">
            <a:extLst>
              <a:ext uri="{FF2B5EF4-FFF2-40B4-BE49-F238E27FC236}">
                <a16:creationId xmlns:a16="http://schemas.microsoft.com/office/drawing/2014/main" id="{7F125609-93E3-430C-BA15-C4981AEE0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3820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99"/>
                </a:solidFill>
              </a:rPr>
              <a:t>Integer:  </a:t>
            </a:r>
            <a:r>
              <a:rPr lang="en-US" altLang="en-US" sz="2400"/>
              <a:t>One plus the max value and one less than the min values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u="sng">
                <a:solidFill>
                  <a:srgbClr val="000099"/>
                </a:solidFill>
              </a:rPr>
              <a:t>Real: </a:t>
            </a:r>
            <a:r>
              <a:rPr lang="en-US" altLang="en-US" sz="2400"/>
              <a:t>Depends on the decimal point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u="sng">
                <a:solidFill>
                  <a:srgbClr val="000099"/>
                </a:solidFill>
              </a:rPr>
              <a:t>Character: </a:t>
            </a:r>
            <a:r>
              <a:rPr lang="en-US" altLang="en-US" sz="2400"/>
              <a:t>Consider the ASCII sequence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u="sng">
                <a:solidFill>
                  <a:srgbClr val="000099"/>
                </a:solidFill>
              </a:rPr>
              <a:t>Strings : </a:t>
            </a:r>
            <a:r>
              <a:rPr lang="en-US" altLang="en-US" sz="2400"/>
              <a:t>consider the length or other character combination constrains. Sometimes, you may not be able to come up with one! </a:t>
            </a:r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0B4DC2A1-83E7-DBEF-960A-578052843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19400"/>
            <a:ext cx="8104188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EDA0-2788-15D8-0970-807F4844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99"/>
                </a:solidFill>
              </a:rPr>
              <a:t>Boundary Value Analysis for the Triangle Problem</a:t>
            </a:r>
          </a:p>
        </p:txBody>
      </p:sp>
      <p:sp>
        <p:nvSpPr>
          <p:cNvPr id="17411" name="TextBox 2">
            <a:extLst>
              <a:ext uri="{FF2B5EF4-FFF2-40B4-BE49-F238E27FC236}">
                <a16:creationId xmlns:a16="http://schemas.microsoft.com/office/drawing/2014/main" id="{18E91577-933A-6346-D696-B0E1A31B3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87630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Triangle program accepts three integers a, b, and c as inputs. These are taken to be sides of  a triangle. The output of the program is the type of triangle determined by the three sides: </a:t>
            </a:r>
            <a:r>
              <a:rPr lang="en-US" altLang="en-US" sz="2400" b="1">
                <a:solidFill>
                  <a:srgbClr val="000099"/>
                </a:solidFill>
              </a:rPr>
              <a:t>Equilateral, Isosceles, Scalene</a:t>
            </a:r>
            <a:r>
              <a:rPr lang="en-US" altLang="en-US" sz="2400"/>
              <a:t>, or Not A Triangle. In addition  1 &lt;= a &lt;= 200, 1 &lt;= b &lt;= 200, and 1 &lt;= c &lt;= 200.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Also, to be a triangle sum of any two sides should be greater than the other side ( a &lt; b +c , c &lt; a + b, b &lt; a +c 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35875ED-97A6-8476-89E5-B20DFE50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99"/>
                </a:solidFill>
              </a:rPr>
              <a:t>Boundary Value Based Test Cases for the Triangle Problem</a:t>
            </a:r>
          </a:p>
        </p:txBody>
      </p:sp>
      <p:sp>
        <p:nvSpPr>
          <p:cNvPr id="18435" name="TextBox 2">
            <a:extLst>
              <a:ext uri="{FF2B5EF4-FFF2-40B4-BE49-F238E27FC236}">
                <a16:creationId xmlns:a16="http://schemas.microsoft.com/office/drawing/2014/main" id="{9C5FBEBA-9334-2D13-D87B-D1DFF2717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38200"/>
            <a:ext cx="8382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Boundary conditions: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a={1 , 2, 100, 199, 200}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/>
              <a:t>b={1 , 2, 100, 199, 200}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/>
              <a:t>b={1 , 2, 100, 199, 200}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CB72F-8071-A925-5B3D-AD962A8D751C}"/>
              </a:ext>
            </a:extLst>
          </p:cNvPr>
          <p:cNvSpPr/>
          <p:nvPr/>
        </p:nvSpPr>
        <p:spPr>
          <a:xfrm>
            <a:off x="1828800" y="6019800"/>
            <a:ext cx="5105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Read book section 5.5.1 (4</a:t>
            </a:r>
            <a:r>
              <a:rPr lang="en-US" baseline="30000" dirty="0"/>
              <a:t>th</a:t>
            </a:r>
            <a:r>
              <a:rPr lang="en-US" dirty="0"/>
              <a:t> edition)</a:t>
            </a:r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3E8009D6-C395-7BD3-39ED-6F02B13E5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016000"/>
            <a:ext cx="56388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>
            <a:extLst>
              <a:ext uri="{FF2B5EF4-FFF2-40B4-BE49-F238E27FC236}">
                <a16:creationId xmlns:a16="http://schemas.microsoft.com/office/drawing/2014/main" id="{766C43E2-5F5F-E8DF-2E30-0BDCB527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33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BC1636A-0BFC-35B1-2C0A-80449D0D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Next Time</a:t>
            </a:r>
          </a:p>
        </p:txBody>
      </p:sp>
      <p:sp>
        <p:nvSpPr>
          <p:cNvPr id="20483" name="TextBox 2">
            <a:extLst>
              <a:ext uri="{FF2B5EF4-FFF2-40B4-BE49-F238E27FC236}">
                <a16:creationId xmlns:a16="http://schemas.microsoft.com/office/drawing/2014/main" id="{835C2793-DCAC-597D-6B8F-B3360A38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Compare and contrast boundary value analysis and equivalent partition techniques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Limitations of equivalent partitions and boundary value analysis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Decision table based functional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462</Words>
  <Application>Microsoft Macintosh PowerPoint</Application>
  <PresentationFormat>On-screen Show (4:3)</PresentationFormat>
  <Paragraphs>63</Paragraphs>
  <Slides>12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Office Theme</vt:lpstr>
      <vt:lpstr>Visio</vt:lpstr>
      <vt:lpstr>Microsoft Visio Drawing</vt:lpstr>
      <vt:lpstr>CSE 464 : Software Quality Assurance and Testing</vt:lpstr>
      <vt:lpstr>Boundary Value Analysis Chapter 5</vt:lpstr>
      <vt:lpstr>What is Boundary Value Analysis?</vt:lpstr>
      <vt:lpstr>Boundary Value Analysis : Generating Test Cases </vt:lpstr>
      <vt:lpstr>Robustness Testing</vt:lpstr>
      <vt:lpstr>Worst Case Testing</vt:lpstr>
      <vt:lpstr>Robust Worst Case Testing</vt:lpstr>
      <vt:lpstr>Determining Boundaries for Various Data Types : Guide Lines</vt:lpstr>
      <vt:lpstr>Boundary Value Analysis for the Triangle Problem</vt:lpstr>
      <vt:lpstr>Boundary Value Based Test Cases for the Triangle Problem</vt:lpstr>
      <vt:lpstr>PowerPoint Presentation</vt:lpstr>
      <vt:lpstr>Next Time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Bhavya Patel (Student)</cp:lastModifiedBy>
  <cp:revision>116</cp:revision>
  <cp:lastPrinted>2011-08-23T15:27:31Z</cp:lastPrinted>
  <dcterms:created xsi:type="dcterms:W3CDTF">2011-08-13T19:09:36Z</dcterms:created>
  <dcterms:modified xsi:type="dcterms:W3CDTF">2025-10-01T22:19:24Z</dcterms:modified>
</cp:coreProperties>
</file>