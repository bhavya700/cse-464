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handoutMasterIdLst>
    <p:handoutMasterId r:id="rId16"/>
  </p:handoutMasterIdLst>
  <p:sldIdLst>
    <p:sldId id="256" r:id="rId3"/>
    <p:sldId id="306" r:id="rId4"/>
    <p:sldId id="312" r:id="rId5"/>
    <p:sldId id="290" r:id="rId6"/>
    <p:sldId id="291" r:id="rId7"/>
    <p:sldId id="303" r:id="rId8"/>
    <p:sldId id="308" r:id="rId9"/>
    <p:sldId id="293" r:id="rId10"/>
    <p:sldId id="310" r:id="rId11"/>
    <p:sldId id="311" r:id="rId12"/>
    <p:sldId id="301" r:id="rId13"/>
    <p:sldId id="305" r:id="rId14"/>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99"/>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41" autoAdjust="0"/>
    <p:restoredTop sz="94660"/>
  </p:normalViewPr>
  <p:slideViewPr>
    <p:cSldViewPr>
      <p:cViewPr varScale="1">
        <p:scale>
          <a:sx n="86" d="100"/>
          <a:sy n="86" d="100"/>
        </p:scale>
        <p:origin x="936" y="45"/>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649"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134" y="0"/>
            <a:ext cx="3038648" cy="465138"/>
          </a:xfrm>
          <a:prstGeom prst="rect">
            <a:avLst/>
          </a:prstGeom>
        </p:spPr>
        <p:txBody>
          <a:bodyPr vert="horz" lIns="91440" tIns="45720" rIns="91440" bIns="45720" rtlCol="0"/>
          <a:lstStyle>
            <a:lvl1pPr algn="r">
              <a:defRPr sz="1200"/>
            </a:lvl1pPr>
          </a:lstStyle>
          <a:p>
            <a:fld id="{341D3836-5C8F-4F3B-AAC1-41DEBED35A55}" type="datetimeFigureOut">
              <a:rPr lang="en-US" smtClean="0"/>
              <a:pPr/>
              <a:t>2/6/2022</a:t>
            </a:fld>
            <a:endParaRPr lang="en-US"/>
          </a:p>
        </p:txBody>
      </p:sp>
      <p:sp>
        <p:nvSpPr>
          <p:cNvPr id="4" name="Footer Placeholder 3"/>
          <p:cNvSpPr>
            <a:spLocks noGrp="1"/>
          </p:cNvSpPr>
          <p:nvPr>
            <p:ph type="ftr" sz="quarter" idx="2"/>
          </p:nvPr>
        </p:nvSpPr>
        <p:spPr>
          <a:xfrm>
            <a:off x="0" y="8829675"/>
            <a:ext cx="3038649"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134" y="8829675"/>
            <a:ext cx="3038648" cy="465138"/>
          </a:xfrm>
          <a:prstGeom prst="rect">
            <a:avLst/>
          </a:prstGeom>
        </p:spPr>
        <p:txBody>
          <a:bodyPr vert="horz" lIns="91440" tIns="45720" rIns="91440" bIns="45720" rtlCol="0" anchor="b"/>
          <a:lstStyle>
            <a:lvl1pPr algn="r">
              <a:defRPr sz="1200"/>
            </a:lvl1pPr>
          </a:lstStyle>
          <a:p>
            <a:fld id="{C63B345C-6C28-4CAF-9AC1-451552B21F4E}" type="slidenum">
              <a:rPr lang="en-US" smtClean="0"/>
              <a:pPr/>
              <a:t>‹#›</a:t>
            </a:fld>
            <a:endParaRPr lang="en-US"/>
          </a:p>
        </p:txBody>
      </p:sp>
    </p:spTree>
    <p:extLst>
      <p:ext uri="{BB962C8B-B14F-4D97-AF65-F5344CB8AC3E}">
        <p14:creationId xmlns:p14="http://schemas.microsoft.com/office/powerpoint/2010/main" val="7917350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idx="1"/>
          </p:nvPr>
        </p:nvSpPr>
        <p:spPr>
          <a:xfrm>
            <a:off x="3970939" y="0"/>
            <a:ext cx="3037840" cy="464820"/>
          </a:xfrm>
          <a:prstGeom prst="rect">
            <a:avLst/>
          </a:prstGeom>
        </p:spPr>
        <p:txBody>
          <a:bodyPr vert="horz" lIns="92446" tIns="46223" rIns="92446" bIns="46223" rtlCol="0"/>
          <a:lstStyle>
            <a:lvl1pPr algn="r">
              <a:defRPr sz="1200"/>
            </a:lvl1pPr>
          </a:lstStyle>
          <a:p>
            <a:fld id="{B85F00AE-A56E-406D-AEB7-3AD9133B5FFF}" type="datetimeFigureOut">
              <a:rPr lang="en-US" smtClean="0"/>
              <a:pPr/>
              <a:t>2/6/2022</a:t>
            </a:fld>
            <a:endParaRPr lang="en-US"/>
          </a:p>
        </p:txBody>
      </p:sp>
      <p:sp>
        <p:nvSpPr>
          <p:cNvPr id="4" name="Slide Image Placeholder 3"/>
          <p:cNvSpPr>
            <a:spLocks noGrp="1" noRot="1" noChangeAspect="1"/>
          </p:cNvSpPr>
          <p:nvPr>
            <p:ph type="sldImg" idx="2"/>
          </p:nvPr>
        </p:nvSpPr>
        <p:spPr>
          <a:xfrm>
            <a:off x="1181100" y="696913"/>
            <a:ext cx="4649788" cy="3486150"/>
          </a:xfrm>
          <a:prstGeom prst="rect">
            <a:avLst/>
          </a:prstGeom>
          <a:noFill/>
          <a:ln w="12700">
            <a:solidFill>
              <a:prstClr val="black"/>
            </a:solidFill>
          </a:ln>
        </p:spPr>
        <p:txBody>
          <a:bodyPr vert="horz" lIns="92446" tIns="46223" rIns="92446" bIns="46223" rtlCol="0" anchor="ctr"/>
          <a:lstStyle/>
          <a:p>
            <a:endParaRPr lang="en-US"/>
          </a:p>
        </p:txBody>
      </p:sp>
      <p:sp>
        <p:nvSpPr>
          <p:cNvPr id="5" name="Notes Placeholder 4"/>
          <p:cNvSpPr>
            <a:spLocks noGrp="1"/>
          </p:cNvSpPr>
          <p:nvPr>
            <p:ph type="body" sz="quarter" idx="3"/>
          </p:nvPr>
        </p:nvSpPr>
        <p:spPr>
          <a:xfrm>
            <a:off x="701041" y="4415790"/>
            <a:ext cx="5608320" cy="4183380"/>
          </a:xfrm>
          <a:prstGeom prst="rect">
            <a:avLst/>
          </a:prstGeom>
        </p:spPr>
        <p:txBody>
          <a:bodyPr vert="horz" lIns="92446" tIns="46223" rIns="92446" bIns="462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7"/>
            <a:ext cx="3037840" cy="464820"/>
          </a:xfrm>
          <a:prstGeom prst="rect">
            <a:avLst/>
          </a:prstGeom>
        </p:spPr>
        <p:txBody>
          <a:bodyPr vert="horz" lIns="92446" tIns="46223" rIns="92446" bIns="46223" rtlCol="0" anchor="b"/>
          <a:lstStyle>
            <a:lvl1pPr algn="l">
              <a:defRPr sz="1200"/>
            </a:lvl1pPr>
          </a:lstStyle>
          <a:p>
            <a:endParaRPr lang="en-US"/>
          </a:p>
        </p:txBody>
      </p:sp>
      <p:sp>
        <p:nvSpPr>
          <p:cNvPr id="7" name="Slide Number Placeholder 6"/>
          <p:cNvSpPr>
            <a:spLocks noGrp="1"/>
          </p:cNvSpPr>
          <p:nvPr>
            <p:ph type="sldNum" sz="quarter" idx="5"/>
          </p:nvPr>
        </p:nvSpPr>
        <p:spPr>
          <a:xfrm>
            <a:off x="3970939" y="8829967"/>
            <a:ext cx="3037840" cy="464820"/>
          </a:xfrm>
          <a:prstGeom prst="rect">
            <a:avLst/>
          </a:prstGeom>
        </p:spPr>
        <p:txBody>
          <a:bodyPr vert="horz" lIns="92446" tIns="46223" rIns="92446" bIns="46223" rtlCol="0" anchor="b"/>
          <a:lstStyle>
            <a:lvl1pPr algn="r">
              <a:defRPr sz="1200"/>
            </a:lvl1pPr>
          </a:lstStyle>
          <a:p>
            <a:fld id="{C009E05C-5A2C-4478-8307-C1C3B7A2654F}" type="slidenum">
              <a:rPr lang="en-US" smtClean="0"/>
              <a:pPr/>
              <a:t>‹#›</a:t>
            </a:fld>
            <a:endParaRPr lang="en-US"/>
          </a:p>
        </p:txBody>
      </p:sp>
    </p:spTree>
    <p:extLst>
      <p:ext uri="{BB962C8B-B14F-4D97-AF65-F5344CB8AC3E}">
        <p14:creationId xmlns:p14="http://schemas.microsoft.com/office/powerpoint/2010/main" val="1847852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09E05C-5A2C-4478-8307-C1C3B7A2654F}" type="slidenum">
              <a:rPr lang="en-US" smtClean="0"/>
              <a:pPr/>
              <a:t>9</a:t>
            </a:fld>
            <a:endParaRPr lang="en-US"/>
          </a:p>
        </p:txBody>
      </p:sp>
    </p:spTree>
    <p:extLst>
      <p:ext uri="{BB962C8B-B14F-4D97-AF65-F5344CB8AC3E}">
        <p14:creationId xmlns:p14="http://schemas.microsoft.com/office/powerpoint/2010/main" val="903339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0585751-B3B2-4B17-BD1A-3398C3F7C492}" type="datetimeFigureOut">
              <a:rPr lang="en-US" smtClean="0"/>
              <a:pPr/>
              <a:t>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858E3-97C3-4A10-9940-68B7EEA8B13C}" type="slidenum">
              <a:rPr lang="en-US" smtClean="0"/>
              <a:pPr/>
              <a:t>‹#›</a:t>
            </a:fld>
            <a:endParaRPr lang="en-US"/>
          </a:p>
        </p:txBody>
      </p:sp>
    </p:spTree>
    <p:extLst>
      <p:ext uri="{BB962C8B-B14F-4D97-AF65-F5344CB8AC3E}">
        <p14:creationId xmlns:p14="http://schemas.microsoft.com/office/powerpoint/2010/main" val="1216026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585751-B3B2-4B17-BD1A-3398C3F7C492}" type="datetimeFigureOut">
              <a:rPr lang="en-US" smtClean="0"/>
              <a:pPr/>
              <a:t>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858E3-97C3-4A10-9940-68B7EEA8B13C}" type="slidenum">
              <a:rPr lang="en-US" smtClean="0"/>
              <a:pPr/>
              <a:t>‹#›</a:t>
            </a:fld>
            <a:endParaRPr lang="en-US"/>
          </a:p>
        </p:txBody>
      </p:sp>
    </p:spTree>
    <p:extLst>
      <p:ext uri="{BB962C8B-B14F-4D97-AF65-F5344CB8AC3E}">
        <p14:creationId xmlns:p14="http://schemas.microsoft.com/office/powerpoint/2010/main" val="3484545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585751-B3B2-4B17-BD1A-3398C3F7C492}" type="datetimeFigureOut">
              <a:rPr lang="en-US" smtClean="0"/>
              <a:pPr/>
              <a:t>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858E3-97C3-4A10-9940-68B7EEA8B13C}" type="slidenum">
              <a:rPr lang="en-US" smtClean="0"/>
              <a:pPr/>
              <a:t>‹#›</a:t>
            </a:fld>
            <a:endParaRPr lang="en-US"/>
          </a:p>
        </p:txBody>
      </p:sp>
    </p:spTree>
    <p:extLst>
      <p:ext uri="{BB962C8B-B14F-4D97-AF65-F5344CB8AC3E}">
        <p14:creationId xmlns:p14="http://schemas.microsoft.com/office/powerpoint/2010/main" val="707470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0585751-B3B2-4B17-BD1A-3398C3F7C492}" type="datetimeFigureOut">
              <a:rPr lang="en-US" smtClean="0"/>
              <a:pPr/>
              <a:t>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F858E3-97C3-4A10-9940-68B7EEA8B13C}" type="slidenum">
              <a:rPr lang="en-US" smtClean="0"/>
              <a:pPr/>
              <a:t>‹#›</a:t>
            </a:fld>
            <a:endParaRPr lang="en-US"/>
          </a:p>
        </p:txBody>
      </p:sp>
    </p:spTree>
    <p:extLst>
      <p:ext uri="{BB962C8B-B14F-4D97-AF65-F5344CB8AC3E}">
        <p14:creationId xmlns:p14="http://schemas.microsoft.com/office/powerpoint/2010/main" val="928747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0585751-B3B2-4B17-BD1A-3398C3F7C492}" type="datetimeFigureOut">
              <a:rPr lang="en-US" smtClean="0"/>
              <a:pPr/>
              <a:t>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F858E3-97C3-4A10-9940-68B7EEA8B13C}" type="slidenum">
              <a:rPr lang="en-US" smtClean="0"/>
              <a:pPr/>
              <a:t>‹#›</a:t>
            </a:fld>
            <a:endParaRPr lang="en-US"/>
          </a:p>
        </p:txBody>
      </p:sp>
    </p:spTree>
    <p:extLst>
      <p:ext uri="{BB962C8B-B14F-4D97-AF65-F5344CB8AC3E}">
        <p14:creationId xmlns:p14="http://schemas.microsoft.com/office/powerpoint/2010/main" val="3296198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0585751-B3B2-4B17-BD1A-3398C3F7C492}" type="datetimeFigureOut">
              <a:rPr lang="en-US" smtClean="0"/>
              <a:pPr/>
              <a:t>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F858E3-97C3-4A10-9940-68B7EEA8B13C}" type="slidenum">
              <a:rPr lang="en-US" smtClean="0"/>
              <a:pPr/>
              <a:t>‹#›</a:t>
            </a:fld>
            <a:endParaRPr lang="en-US"/>
          </a:p>
        </p:txBody>
      </p:sp>
    </p:spTree>
    <p:extLst>
      <p:ext uri="{BB962C8B-B14F-4D97-AF65-F5344CB8AC3E}">
        <p14:creationId xmlns:p14="http://schemas.microsoft.com/office/powerpoint/2010/main" val="1075725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585751-B3B2-4B17-BD1A-3398C3F7C492}" type="datetimeFigureOut">
              <a:rPr lang="en-US" smtClean="0"/>
              <a:pPr/>
              <a:t>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F858E3-97C3-4A10-9940-68B7EEA8B13C}" type="slidenum">
              <a:rPr lang="en-US" smtClean="0"/>
              <a:pPr/>
              <a:t>‹#›</a:t>
            </a:fld>
            <a:endParaRPr lang="en-US"/>
          </a:p>
        </p:txBody>
      </p:sp>
    </p:spTree>
    <p:extLst>
      <p:ext uri="{BB962C8B-B14F-4D97-AF65-F5344CB8AC3E}">
        <p14:creationId xmlns:p14="http://schemas.microsoft.com/office/powerpoint/2010/main" val="4243160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585751-B3B2-4B17-BD1A-3398C3F7C492}" type="datetimeFigureOut">
              <a:rPr lang="en-US" smtClean="0"/>
              <a:pPr/>
              <a:t>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F858E3-97C3-4A10-9940-68B7EEA8B13C}" type="slidenum">
              <a:rPr lang="en-US" smtClean="0"/>
              <a:pPr/>
              <a:t>‹#›</a:t>
            </a:fld>
            <a:endParaRPr lang="en-US"/>
          </a:p>
        </p:txBody>
      </p:sp>
    </p:spTree>
    <p:extLst>
      <p:ext uri="{BB962C8B-B14F-4D97-AF65-F5344CB8AC3E}">
        <p14:creationId xmlns:p14="http://schemas.microsoft.com/office/powerpoint/2010/main" val="883666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585751-B3B2-4B17-BD1A-3398C3F7C492}" type="datetimeFigureOut">
              <a:rPr lang="en-US" smtClean="0"/>
              <a:pPr/>
              <a:t>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F858E3-97C3-4A10-9940-68B7EEA8B13C}" type="slidenum">
              <a:rPr lang="en-US" smtClean="0"/>
              <a:pPr/>
              <a:t>‹#›</a:t>
            </a:fld>
            <a:endParaRPr lang="en-US"/>
          </a:p>
        </p:txBody>
      </p:sp>
    </p:spTree>
    <p:extLst>
      <p:ext uri="{BB962C8B-B14F-4D97-AF65-F5344CB8AC3E}">
        <p14:creationId xmlns:p14="http://schemas.microsoft.com/office/powerpoint/2010/main" val="1118262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585751-B3B2-4B17-BD1A-3398C3F7C492}" type="datetimeFigureOut">
              <a:rPr lang="en-US" smtClean="0"/>
              <a:pPr/>
              <a:t>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858E3-97C3-4A10-9940-68B7EEA8B13C}" type="slidenum">
              <a:rPr lang="en-US" smtClean="0"/>
              <a:pPr/>
              <a:t>‹#›</a:t>
            </a:fld>
            <a:endParaRPr lang="en-US"/>
          </a:p>
        </p:txBody>
      </p:sp>
    </p:spTree>
    <p:extLst>
      <p:ext uri="{BB962C8B-B14F-4D97-AF65-F5344CB8AC3E}">
        <p14:creationId xmlns:p14="http://schemas.microsoft.com/office/powerpoint/2010/main" val="1141551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585751-B3B2-4B17-BD1A-3398C3F7C492}" type="datetimeFigureOut">
              <a:rPr lang="en-US" smtClean="0"/>
              <a:pPr/>
              <a:t>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858E3-97C3-4A10-9940-68B7EEA8B13C}" type="slidenum">
              <a:rPr lang="en-US" smtClean="0"/>
              <a:pPr/>
              <a:t>‹#›</a:t>
            </a:fld>
            <a:endParaRPr lang="en-US"/>
          </a:p>
        </p:txBody>
      </p:sp>
    </p:spTree>
    <p:extLst>
      <p:ext uri="{BB962C8B-B14F-4D97-AF65-F5344CB8AC3E}">
        <p14:creationId xmlns:p14="http://schemas.microsoft.com/office/powerpoint/2010/main" val="38905204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1569"/>
            <a:ext cx="6858000" cy="2387799"/>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236"/>
            <a:ext cx="6858000" cy="165556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5">
            <a:extLst>
              <a:ext uri="{FF2B5EF4-FFF2-40B4-BE49-F238E27FC236}">
                <a16:creationId xmlns:a16="http://schemas.microsoft.com/office/drawing/2014/main" id="{56BDBF1E-9D2E-4B55-BA92-83E33F765506}"/>
              </a:ext>
            </a:extLst>
          </p:cNvPr>
          <p:cNvSpPr>
            <a:spLocks noGrp="1" noChangeArrowheads="1"/>
          </p:cNvSpPr>
          <p:nvPr>
            <p:ph type="ftr" sz="quarter" idx="10"/>
          </p:nvPr>
        </p:nvSpPr>
        <p:spPr>
          <a:ln/>
        </p:spPr>
        <p:txBody>
          <a:bodyPr/>
          <a:lstStyle>
            <a:lvl1pPr>
              <a:defRPr/>
            </a:lvl1pPr>
          </a:lstStyle>
          <a:p>
            <a:endParaRPr lang="en-US"/>
          </a:p>
        </p:txBody>
      </p:sp>
      <p:sp>
        <p:nvSpPr>
          <p:cNvPr id="5" name="Rectangle 6">
            <a:extLst>
              <a:ext uri="{FF2B5EF4-FFF2-40B4-BE49-F238E27FC236}">
                <a16:creationId xmlns:a16="http://schemas.microsoft.com/office/drawing/2014/main" id="{E40FBB73-85DD-4E35-9DEF-AF2889AE087A}"/>
              </a:ext>
            </a:extLst>
          </p:cNvPr>
          <p:cNvSpPr>
            <a:spLocks noGrp="1" noChangeArrowheads="1"/>
          </p:cNvSpPr>
          <p:nvPr>
            <p:ph type="sldNum" sz="quarter" idx="11"/>
          </p:nvPr>
        </p:nvSpPr>
        <p:spPr>
          <a:ln/>
        </p:spPr>
        <p:txBody>
          <a:bodyPr/>
          <a:lstStyle>
            <a:lvl1pPr>
              <a:defRPr/>
            </a:lvl1pPr>
          </a:lstStyle>
          <a:p>
            <a:fld id="{B1F858E3-97C3-4A10-9940-68B7EEA8B13C}" type="slidenum">
              <a:rPr lang="en-US" smtClean="0"/>
              <a:pPr/>
              <a:t>‹#›</a:t>
            </a:fld>
            <a:endParaRPr lang="en-US"/>
          </a:p>
        </p:txBody>
      </p:sp>
    </p:spTree>
    <p:extLst>
      <p:ext uri="{BB962C8B-B14F-4D97-AF65-F5344CB8AC3E}">
        <p14:creationId xmlns:p14="http://schemas.microsoft.com/office/powerpoint/2010/main" val="2638315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F1AD5C7F-7E57-4111-B6C8-FF2D399E2AE0}"/>
              </a:ext>
            </a:extLst>
          </p:cNvPr>
          <p:cNvSpPr>
            <a:spLocks noGrp="1" noChangeArrowheads="1"/>
          </p:cNvSpPr>
          <p:nvPr>
            <p:ph type="ftr" sz="quarter" idx="10"/>
          </p:nvPr>
        </p:nvSpPr>
        <p:spPr>
          <a:xfrm>
            <a:off x="58738" y="6245424"/>
            <a:ext cx="1541462" cy="476845"/>
          </a:xfrm>
        </p:spPr>
        <p:txBody>
          <a:bodyPr/>
          <a:lstStyle>
            <a:lvl1pPr>
              <a:defRPr/>
            </a:lvl1pPr>
          </a:lstStyle>
          <a:p>
            <a:endParaRPr lang="en-US"/>
          </a:p>
        </p:txBody>
      </p:sp>
      <p:sp>
        <p:nvSpPr>
          <p:cNvPr id="5" name="Slide Number Placeholder 6">
            <a:extLst>
              <a:ext uri="{FF2B5EF4-FFF2-40B4-BE49-F238E27FC236}">
                <a16:creationId xmlns:a16="http://schemas.microsoft.com/office/drawing/2014/main" id="{99C4FAA5-CAF5-4D6C-A673-F08D41235451}"/>
              </a:ext>
            </a:extLst>
          </p:cNvPr>
          <p:cNvSpPr>
            <a:spLocks noGrp="1" noChangeArrowheads="1"/>
          </p:cNvSpPr>
          <p:nvPr>
            <p:ph type="sldNum" sz="quarter" idx="11"/>
          </p:nvPr>
        </p:nvSpPr>
        <p:spPr/>
        <p:txBody>
          <a:bodyPr/>
          <a:lstStyle>
            <a:lvl1pPr>
              <a:defRPr/>
            </a:lvl1pPr>
          </a:lstStyle>
          <a:p>
            <a:fld id="{B1F858E3-97C3-4A10-9940-68B7EEA8B13C}" type="slidenum">
              <a:rPr lang="en-US" smtClean="0"/>
              <a:pPr/>
              <a:t>‹#›</a:t>
            </a:fld>
            <a:endParaRPr lang="en-US"/>
          </a:p>
        </p:txBody>
      </p:sp>
    </p:spTree>
    <p:extLst>
      <p:ext uri="{BB962C8B-B14F-4D97-AF65-F5344CB8AC3E}">
        <p14:creationId xmlns:p14="http://schemas.microsoft.com/office/powerpoint/2010/main" val="15784654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1">
            <a:extLst>
              <a:ext uri="{FF2B5EF4-FFF2-40B4-BE49-F238E27FC236}">
                <a16:creationId xmlns:a16="http://schemas.microsoft.com/office/drawing/2014/main" id="{5496189E-79E8-4965-BFF2-EA5A4F1A7EE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27839" y="6056115"/>
            <a:ext cx="2211387" cy="823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5BFA0E8-DCE3-48D9-9D61-7AE746EA88B1}"/>
              </a:ext>
            </a:extLst>
          </p:cNvPr>
          <p:cNvSpPr txBox="1">
            <a:spLocks noChangeArrowheads="1"/>
          </p:cNvSpPr>
          <p:nvPr/>
        </p:nvSpPr>
        <p:spPr bwMode="auto">
          <a:xfrm>
            <a:off x="260350" y="6275785"/>
            <a:ext cx="2319338" cy="276999"/>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en-US" sz="1200" b="1">
                <a:solidFill>
                  <a:srgbClr val="8C4881"/>
                </a:solidFill>
              </a:rPr>
              <a:t>Janaka Balasooriya</a:t>
            </a:r>
          </a:p>
        </p:txBody>
      </p:sp>
      <p:sp>
        <p:nvSpPr>
          <p:cNvPr id="2" name="Title 1"/>
          <p:cNvSpPr>
            <a:spLocks noGrp="1"/>
          </p:cNvSpPr>
          <p:nvPr>
            <p:ph type="title"/>
          </p:nvPr>
        </p:nvSpPr>
        <p:spPr>
          <a:xfrm>
            <a:off x="623888" y="1709143"/>
            <a:ext cx="7886700" cy="2853928"/>
          </a:xfrm>
        </p:spPr>
        <p:txBody>
          <a:bodyPr anchor="b"/>
          <a:lstStyle>
            <a:lvl1pPr>
              <a:defRPr sz="4400"/>
            </a:lvl1pPr>
          </a:lstStyle>
          <a:p>
            <a:r>
              <a:rPr lang="en-US"/>
              <a:t>Click to edit Master title style</a:t>
            </a:r>
            <a:endParaRPr lang="en-US" dirty="0"/>
          </a:p>
        </p:txBody>
      </p:sp>
      <p:sp>
        <p:nvSpPr>
          <p:cNvPr id="3" name="Text Placeholder 2"/>
          <p:cNvSpPr>
            <a:spLocks noGrp="1"/>
          </p:cNvSpPr>
          <p:nvPr>
            <p:ph type="body" idx="1"/>
          </p:nvPr>
        </p:nvSpPr>
        <p:spPr>
          <a:xfrm>
            <a:off x="623888" y="4589859"/>
            <a:ext cx="7886700" cy="1500188"/>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16307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5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5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99BC4504-E767-4C76-8B9A-C5E0A01EA494}"/>
              </a:ext>
            </a:extLst>
          </p:cNvPr>
          <p:cNvSpPr>
            <a:spLocks noGrp="1" noChangeArrowheads="1"/>
          </p:cNvSpPr>
          <p:nvPr>
            <p:ph type="ftr" sz="quarter" idx="10"/>
          </p:nvPr>
        </p:nvSpPr>
        <p:spPr>
          <a:ln/>
        </p:spPr>
        <p:txBody>
          <a:bodyPr/>
          <a:lstStyle>
            <a:lvl1pPr>
              <a:defRPr/>
            </a:lvl1pPr>
          </a:lstStyle>
          <a:p>
            <a:endParaRPr lang="en-US"/>
          </a:p>
        </p:txBody>
      </p:sp>
      <p:sp>
        <p:nvSpPr>
          <p:cNvPr id="6" name="Rectangle 6">
            <a:extLst>
              <a:ext uri="{FF2B5EF4-FFF2-40B4-BE49-F238E27FC236}">
                <a16:creationId xmlns:a16="http://schemas.microsoft.com/office/drawing/2014/main" id="{38CFD432-D200-48F2-94DC-5DCC6FB131C4}"/>
              </a:ext>
            </a:extLst>
          </p:cNvPr>
          <p:cNvSpPr>
            <a:spLocks noGrp="1" noChangeArrowheads="1"/>
          </p:cNvSpPr>
          <p:nvPr>
            <p:ph type="sldNum" sz="quarter" idx="11"/>
          </p:nvPr>
        </p:nvSpPr>
        <p:spPr>
          <a:ln/>
        </p:spPr>
        <p:txBody>
          <a:bodyPr/>
          <a:lstStyle>
            <a:lvl1pPr>
              <a:defRPr/>
            </a:lvl1pPr>
          </a:lstStyle>
          <a:p>
            <a:fld id="{B1F858E3-97C3-4A10-9940-68B7EEA8B13C}" type="slidenum">
              <a:rPr lang="en-US" smtClean="0"/>
              <a:pPr/>
              <a:t>‹#›</a:t>
            </a:fld>
            <a:endParaRPr lang="en-US"/>
          </a:p>
        </p:txBody>
      </p:sp>
    </p:spTree>
    <p:extLst>
      <p:ext uri="{BB962C8B-B14F-4D97-AF65-F5344CB8AC3E}">
        <p14:creationId xmlns:p14="http://schemas.microsoft.com/office/powerpoint/2010/main" val="3397577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4332"/>
            <a:ext cx="7886700" cy="1326952"/>
          </a:xfrm>
        </p:spPr>
        <p:txBody>
          <a:bodyPr/>
          <a:lstStyle/>
          <a:p>
            <a:r>
              <a:rPr lang="en-US"/>
              <a:t>Click to edit Master title style</a:t>
            </a:r>
          </a:p>
        </p:txBody>
      </p:sp>
      <p:sp>
        <p:nvSpPr>
          <p:cNvPr id="3" name="Text Placeholder 2"/>
          <p:cNvSpPr>
            <a:spLocks noGrp="1"/>
          </p:cNvSpPr>
          <p:nvPr>
            <p:ph type="body" idx="1"/>
          </p:nvPr>
        </p:nvSpPr>
        <p:spPr>
          <a:xfrm>
            <a:off x="630239" y="1680568"/>
            <a:ext cx="3868737" cy="82510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9" y="2505671"/>
            <a:ext cx="3868737" cy="36843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0568"/>
            <a:ext cx="3887788" cy="82510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671"/>
            <a:ext cx="3887788" cy="36843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F4C028C9-A27F-427D-8A12-1378D1001B8B}"/>
              </a:ext>
            </a:extLst>
          </p:cNvPr>
          <p:cNvSpPr>
            <a:spLocks noGrp="1" noChangeArrowheads="1"/>
          </p:cNvSpPr>
          <p:nvPr>
            <p:ph type="ftr" sz="quarter" idx="10"/>
          </p:nvPr>
        </p:nvSpPr>
        <p:spPr>
          <a:ln/>
        </p:spPr>
        <p:txBody>
          <a:bodyPr/>
          <a:lstStyle>
            <a:lvl1pPr>
              <a:defRPr/>
            </a:lvl1pPr>
          </a:lstStyle>
          <a:p>
            <a:endParaRPr lang="en-US"/>
          </a:p>
        </p:txBody>
      </p:sp>
      <p:sp>
        <p:nvSpPr>
          <p:cNvPr id="8" name="Rectangle 6">
            <a:extLst>
              <a:ext uri="{FF2B5EF4-FFF2-40B4-BE49-F238E27FC236}">
                <a16:creationId xmlns:a16="http://schemas.microsoft.com/office/drawing/2014/main" id="{6CA60D0A-5F66-4044-A8B8-EBD9C5BF87C6}"/>
              </a:ext>
            </a:extLst>
          </p:cNvPr>
          <p:cNvSpPr>
            <a:spLocks noGrp="1" noChangeArrowheads="1"/>
          </p:cNvSpPr>
          <p:nvPr>
            <p:ph type="sldNum" sz="quarter" idx="11"/>
          </p:nvPr>
        </p:nvSpPr>
        <p:spPr>
          <a:ln/>
        </p:spPr>
        <p:txBody>
          <a:bodyPr/>
          <a:lstStyle>
            <a:lvl1pPr>
              <a:defRPr/>
            </a:lvl1pPr>
          </a:lstStyle>
          <a:p>
            <a:fld id="{B1F858E3-97C3-4A10-9940-68B7EEA8B13C}" type="slidenum">
              <a:rPr lang="en-US" smtClean="0"/>
              <a:pPr/>
              <a:t>‹#›</a:t>
            </a:fld>
            <a:endParaRPr lang="en-US"/>
          </a:p>
        </p:txBody>
      </p:sp>
    </p:spTree>
    <p:extLst>
      <p:ext uri="{BB962C8B-B14F-4D97-AF65-F5344CB8AC3E}">
        <p14:creationId xmlns:p14="http://schemas.microsoft.com/office/powerpoint/2010/main" val="9970723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1">
            <a:extLst>
              <a:ext uri="{FF2B5EF4-FFF2-40B4-BE49-F238E27FC236}">
                <a16:creationId xmlns:a16="http://schemas.microsoft.com/office/drawing/2014/main" id="{BFFAE995-9D20-4E23-A7EB-330699CB810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42150" y="6088261"/>
            <a:ext cx="2065338" cy="769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993E556E-4B15-4432-9D9B-F9F059CCA350}"/>
              </a:ext>
            </a:extLst>
          </p:cNvPr>
          <p:cNvSpPr txBox="1">
            <a:spLocks noChangeArrowheads="1"/>
          </p:cNvSpPr>
          <p:nvPr/>
        </p:nvSpPr>
        <p:spPr bwMode="auto">
          <a:xfrm>
            <a:off x="260350" y="6275785"/>
            <a:ext cx="2319338" cy="276999"/>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en-US" sz="1200" b="1">
                <a:solidFill>
                  <a:srgbClr val="8C4881"/>
                </a:solidFill>
              </a:rPr>
              <a:t>Janaka Balasooriya</a:t>
            </a:r>
          </a:p>
        </p:txBody>
      </p:sp>
      <p:sp>
        <p:nvSpPr>
          <p:cNvPr id="5" name="Rectangle 4">
            <a:extLst>
              <a:ext uri="{FF2B5EF4-FFF2-40B4-BE49-F238E27FC236}">
                <a16:creationId xmlns:a16="http://schemas.microsoft.com/office/drawing/2014/main" id="{445C11B3-B23F-453F-95C2-40E520A24F85}"/>
              </a:ext>
            </a:extLst>
          </p:cNvPr>
          <p:cNvSpPr/>
          <p:nvPr/>
        </p:nvSpPr>
        <p:spPr bwMode="auto">
          <a:xfrm>
            <a:off x="423864" y="1001912"/>
            <a:ext cx="8296275" cy="75009"/>
          </a:xfrm>
          <a:prstGeom prst="rect">
            <a:avLst/>
          </a:prstGeom>
          <a:solidFill>
            <a:srgbClr val="00A2E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solidFill>
                <a:schemeClr val="accent3">
                  <a:lumMod val="75000"/>
                </a:schemeClr>
              </a:solidFill>
            </a:endParaRPr>
          </a:p>
        </p:txBody>
      </p:sp>
      <p:sp>
        <p:nvSpPr>
          <p:cNvPr id="2" name="Title 1"/>
          <p:cNvSpPr>
            <a:spLocks noGrp="1"/>
          </p:cNvSpPr>
          <p:nvPr>
            <p:ph type="title"/>
          </p:nvPr>
        </p:nvSpPr>
        <p:spPr>
          <a:xfrm>
            <a:off x="490887" y="0"/>
            <a:ext cx="8229600" cy="871688"/>
          </a:xfrm>
        </p:spPr>
        <p:txBody>
          <a:bodyPr/>
          <a:lstStyle>
            <a:lvl1pPr>
              <a:defRPr sz="3600" b="1">
                <a:solidFill>
                  <a:srgbClr val="0000FF"/>
                </a:solidFill>
              </a:defRPr>
            </a:lvl1pPr>
          </a:lstStyle>
          <a:p>
            <a:r>
              <a:rPr lang="en-US"/>
              <a:t>Click to edit Master title style</a:t>
            </a:r>
            <a:endParaRPr lang="en-US" dirty="0"/>
          </a:p>
        </p:txBody>
      </p:sp>
    </p:spTree>
    <p:extLst>
      <p:ext uri="{BB962C8B-B14F-4D97-AF65-F5344CB8AC3E}">
        <p14:creationId xmlns:p14="http://schemas.microsoft.com/office/powerpoint/2010/main" val="30615566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3CA70F6E-B2C2-4CD0-BBAC-7D389CD10CAB}"/>
              </a:ext>
            </a:extLst>
          </p:cNvPr>
          <p:cNvSpPr>
            <a:spLocks noGrp="1" noChangeArrowheads="1"/>
          </p:cNvSpPr>
          <p:nvPr>
            <p:ph type="ftr" sz="quarter" idx="10"/>
          </p:nvPr>
        </p:nvSpPr>
        <p:spPr>
          <a:ln/>
        </p:spPr>
        <p:txBody>
          <a:bodyPr/>
          <a:lstStyle>
            <a:lvl1pPr>
              <a:defRPr/>
            </a:lvl1pPr>
          </a:lstStyle>
          <a:p>
            <a:endParaRPr lang="en-US"/>
          </a:p>
        </p:txBody>
      </p:sp>
      <p:sp>
        <p:nvSpPr>
          <p:cNvPr id="3" name="Rectangle 6">
            <a:extLst>
              <a:ext uri="{FF2B5EF4-FFF2-40B4-BE49-F238E27FC236}">
                <a16:creationId xmlns:a16="http://schemas.microsoft.com/office/drawing/2014/main" id="{2A5F4F7A-62F6-4D77-AC73-592EA829B2AA}"/>
              </a:ext>
            </a:extLst>
          </p:cNvPr>
          <p:cNvSpPr>
            <a:spLocks noGrp="1" noChangeArrowheads="1"/>
          </p:cNvSpPr>
          <p:nvPr>
            <p:ph type="sldNum" sz="quarter" idx="11"/>
          </p:nvPr>
        </p:nvSpPr>
        <p:spPr>
          <a:ln/>
        </p:spPr>
        <p:txBody>
          <a:bodyPr/>
          <a:lstStyle>
            <a:lvl1pPr>
              <a:defRPr/>
            </a:lvl1pPr>
          </a:lstStyle>
          <a:p>
            <a:fld id="{B1F858E3-97C3-4A10-9940-68B7EEA8B13C}" type="slidenum">
              <a:rPr lang="en-US" smtClean="0"/>
              <a:pPr/>
              <a:t>‹#›</a:t>
            </a:fld>
            <a:endParaRPr lang="en-US"/>
          </a:p>
        </p:txBody>
      </p:sp>
    </p:spTree>
    <p:extLst>
      <p:ext uri="{BB962C8B-B14F-4D97-AF65-F5344CB8AC3E}">
        <p14:creationId xmlns:p14="http://schemas.microsoft.com/office/powerpoint/2010/main" val="26040452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625"/>
            <a:ext cx="4629150" cy="487382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9" y="2057400"/>
            <a:ext cx="2949575" cy="38111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5">
            <a:extLst>
              <a:ext uri="{FF2B5EF4-FFF2-40B4-BE49-F238E27FC236}">
                <a16:creationId xmlns:a16="http://schemas.microsoft.com/office/drawing/2014/main" id="{04FBE9AF-3F77-476C-83BF-5A38DC2C9EC5}"/>
              </a:ext>
            </a:extLst>
          </p:cNvPr>
          <p:cNvSpPr>
            <a:spLocks noGrp="1" noChangeArrowheads="1"/>
          </p:cNvSpPr>
          <p:nvPr>
            <p:ph type="ftr" sz="quarter" idx="10"/>
          </p:nvPr>
        </p:nvSpPr>
        <p:spPr>
          <a:ln/>
        </p:spPr>
        <p:txBody>
          <a:bodyPr/>
          <a:lstStyle>
            <a:lvl1pPr>
              <a:defRPr/>
            </a:lvl1pPr>
          </a:lstStyle>
          <a:p>
            <a:endParaRPr lang="en-US"/>
          </a:p>
        </p:txBody>
      </p:sp>
      <p:sp>
        <p:nvSpPr>
          <p:cNvPr id="6" name="Rectangle 6">
            <a:extLst>
              <a:ext uri="{FF2B5EF4-FFF2-40B4-BE49-F238E27FC236}">
                <a16:creationId xmlns:a16="http://schemas.microsoft.com/office/drawing/2014/main" id="{34B061E9-62E0-4FA6-BACA-37DFE23A13D6}"/>
              </a:ext>
            </a:extLst>
          </p:cNvPr>
          <p:cNvSpPr>
            <a:spLocks noGrp="1" noChangeArrowheads="1"/>
          </p:cNvSpPr>
          <p:nvPr>
            <p:ph type="sldNum" sz="quarter" idx="11"/>
          </p:nvPr>
        </p:nvSpPr>
        <p:spPr>
          <a:ln/>
        </p:spPr>
        <p:txBody>
          <a:bodyPr/>
          <a:lstStyle>
            <a:lvl1pPr>
              <a:defRPr/>
            </a:lvl1pPr>
          </a:lstStyle>
          <a:p>
            <a:fld id="{B1F858E3-97C3-4A10-9940-68B7EEA8B13C}" type="slidenum">
              <a:rPr lang="en-US" smtClean="0"/>
              <a:pPr/>
              <a:t>‹#›</a:t>
            </a:fld>
            <a:endParaRPr lang="en-US"/>
          </a:p>
        </p:txBody>
      </p:sp>
    </p:spTree>
    <p:extLst>
      <p:ext uri="{BB962C8B-B14F-4D97-AF65-F5344CB8AC3E}">
        <p14:creationId xmlns:p14="http://schemas.microsoft.com/office/powerpoint/2010/main" val="27580114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625"/>
            <a:ext cx="4629150" cy="487382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9" y="2057400"/>
            <a:ext cx="2949575" cy="38111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5">
            <a:extLst>
              <a:ext uri="{FF2B5EF4-FFF2-40B4-BE49-F238E27FC236}">
                <a16:creationId xmlns:a16="http://schemas.microsoft.com/office/drawing/2014/main" id="{DE7CF2AB-7692-4842-BA62-71C88D6588D6}"/>
              </a:ext>
            </a:extLst>
          </p:cNvPr>
          <p:cNvSpPr>
            <a:spLocks noGrp="1" noChangeArrowheads="1"/>
          </p:cNvSpPr>
          <p:nvPr>
            <p:ph type="ftr" sz="quarter" idx="10"/>
          </p:nvPr>
        </p:nvSpPr>
        <p:spPr>
          <a:ln/>
        </p:spPr>
        <p:txBody>
          <a:bodyPr/>
          <a:lstStyle>
            <a:lvl1pPr>
              <a:defRPr/>
            </a:lvl1pPr>
          </a:lstStyle>
          <a:p>
            <a:endParaRPr lang="en-US"/>
          </a:p>
        </p:txBody>
      </p:sp>
      <p:sp>
        <p:nvSpPr>
          <p:cNvPr id="6" name="Rectangle 6">
            <a:extLst>
              <a:ext uri="{FF2B5EF4-FFF2-40B4-BE49-F238E27FC236}">
                <a16:creationId xmlns:a16="http://schemas.microsoft.com/office/drawing/2014/main" id="{8CF213B6-3CA8-4846-8092-6AB52B64BEB5}"/>
              </a:ext>
            </a:extLst>
          </p:cNvPr>
          <p:cNvSpPr>
            <a:spLocks noGrp="1" noChangeArrowheads="1"/>
          </p:cNvSpPr>
          <p:nvPr>
            <p:ph type="sldNum" sz="quarter" idx="11"/>
          </p:nvPr>
        </p:nvSpPr>
        <p:spPr>
          <a:ln/>
        </p:spPr>
        <p:txBody>
          <a:bodyPr/>
          <a:lstStyle>
            <a:lvl1pPr>
              <a:defRPr/>
            </a:lvl1pPr>
          </a:lstStyle>
          <a:p>
            <a:fld id="{B1F858E3-97C3-4A10-9940-68B7EEA8B13C}" type="slidenum">
              <a:rPr lang="en-US" smtClean="0"/>
              <a:pPr/>
              <a:t>‹#›</a:t>
            </a:fld>
            <a:endParaRPr lang="en-US"/>
          </a:p>
        </p:txBody>
      </p:sp>
    </p:spTree>
    <p:extLst>
      <p:ext uri="{BB962C8B-B14F-4D97-AF65-F5344CB8AC3E}">
        <p14:creationId xmlns:p14="http://schemas.microsoft.com/office/powerpoint/2010/main" val="27653879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875D5E47-473D-4E5B-99E4-7C1D0515F37E}"/>
              </a:ext>
            </a:extLst>
          </p:cNvPr>
          <p:cNvSpPr>
            <a:spLocks noGrp="1" noChangeArrowheads="1"/>
          </p:cNvSpPr>
          <p:nvPr>
            <p:ph type="ftr" sz="quarter" idx="10"/>
          </p:nvPr>
        </p:nvSpPr>
        <p:spPr>
          <a:ln/>
        </p:spPr>
        <p:txBody>
          <a:bodyPr/>
          <a:lstStyle>
            <a:lvl1pPr>
              <a:defRPr/>
            </a:lvl1pPr>
          </a:lstStyle>
          <a:p>
            <a:endParaRPr lang="en-US"/>
          </a:p>
        </p:txBody>
      </p:sp>
      <p:sp>
        <p:nvSpPr>
          <p:cNvPr id="5" name="Rectangle 6">
            <a:extLst>
              <a:ext uri="{FF2B5EF4-FFF2-40B4-BE49-F238E27FC236}">
                <a16:creationId xmlns:a16="http://schemas.microsoft.com/office/drawing/2014/main" id="{66E3E3F2-DD55-4F50-83B6-5A4A35FA1DAF}"/>
              </a:ext>
            </a:extLst>
          </p:cNvPr>
          <p:cNvSpPr>
            <a:spLocks noGrp="1" noChangeArrowheads="1"/>
          </p:cNvSpPr>
          <p:nvPr>
            <p:ph type="sldNum" sz="quarter" idx="11"/>
          </p:nvPr>
        </p:nvSpPr>
        <p:spPr>
          <a:ln/>
        </p:spPr>
        <p:txBody>
          <a:bodyPr/>
          <a:lstStyle>
            <a:lvl1pPr>
              <a:defRPr/>
            </a:lvl1pPr>
          </a:lstStyle>
          <a:p>
            <a:fld id="{B1F858E3-97C3-4A10-9940-68B7EEA8B13C}" type="slidenum">
              <a:rPr lang="en-US" smtClean="0"/>
              <a:pPr/>
              <a:t>‹#›</a:t>
            </a:fld>
            <a:endParaRPr lang="en-US"/>
          </a:p>
        </p:txBody>
      </p:sp>
    </p:spTree>
    <p:extLst>
      <p:ext uri="{BB962C8B-B14F-4D97-AF65-F5344CB8AC3E}">
        <p14:creationId xmlns:p14="http://schemas.microsoft.com/office/powerpoint/2010/main" val="2543020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5035"/>
            <a:ext cx="2057400" cy="585073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5035"/>
            <a:ext cx="6019800" cy="585073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B6D5654D-E459-4EE4-B11E-E81083697E5C}"/>
              </a:ext>
            </a:extLst>
          </p:cNvPr>
          <p:cNvSpPr>
            <a:spLocks noGrp="1" noChangeArrowheads="1"/>
          </p:cNvSpPr>
          <p:nvPr>
            <p:ph type="ftr" sz="quarter" idx="10"/>
          </p:nvPr>
        </p:nvSpPr>
        <p:spPr>
          <a:ln/>
        </p:spPr>
        <p:txBody>
          <a:bodyPr/>
          <a:lstStyle>
            <a:lvl1pPr>
              <a:defRPr/>
            </a:lvl1pPr>
          </a:lstStyle>
          <a:p>
            <a:endParaRPr lang="en-US"/>
          </a:p>
        </p:txBody>
      </p:sp>
      <p:sp>
        <p:nvSpPr>
          <p:cNvPr id="5" name="Rectangle 6">
            <a:extLst>
              <a:ext uri="{FF2B5EF4-FFF2-40B4-BE49-F238E27FC236}">
                <a16:creationId xmlns:a16="http://schemas.microsoft.com/office/drawing/2014/main" id="{EB046E44-BB94-4DBE-A375-AA50FED8C6B5}"/>
              </a:ext>
            </a:extLst>
          </p:cNvPr>
          <p:cNvSpPr>
            <a:spLocks noGrp="1" noChangeArrowheads="1"/>
          </p:cNvSpPr>
          <p:nvPr>
            <p:ph type="sldNum" sz="quarter" idx="11"/>
          </p:nvPr>
        </p:nvSpPr>
        <p:spPr>
          <a:ln/>
        </p:spPr>
        <p:txBody>
          <a:bodyPr/>
          <a:lstStyle>
            <a:lvl1pPr>
              <a:defRPr/>
            </a:lvl1pPr>
          </a:lstStyle>
          <a:p>
            <a:fld id="{B1F858E3-97C3-4A10-9940-68B7EEA8B13C}" type="slidenum">
              <a:rPr lang="en-US" smtClean="0"/>
              <a:pPr/>
              <a:t>‹#›</a:t>
            </a:fld>
            <a:endParaRPr lang="en-US"/>
          </a:p>
        </p:txBody>
      </p:sp>
    </p:spTree>
    <p:extLst>
      <p:ext uri="{BB962C8B-B14F-4D97-AF65-F5344CB8AC3E}">
        <p14:creationId xmlns:p14="http://schemas.microsoft.com/office/powerpoint/2010/main" val="18610228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5034"/>
            <a:ext cx="8229600" cy="1143000"/>
          </a:xfrm>
        </p:spPr>
        <p:txBody>
          <a:bodyPr/>
          <a:lstStyle/>
          <a:p>
            <a:r>
              <a:rPr lang="en-US"/>
              <a:t>Click to edit Master title style</a:t>
            </a:r>
          </a:p>
        </p:txBody>
      </p:sp>
      <p:sp>
        <p:nvSpPr>
          <p:cNvPr id="3" name="Content Placeholder 2"/>
          <p:cNvSpPr>
            <a:spLocks noGrp="1"/>
          </p:cNvSpPr>
          <p:nvPr>
            <p:ph sz="quarter" idx="1"/>
          </p:nvPr>
        </p:nvSpPr>
        <p:spPr>
          <a:xfrm>
            <a:off x="457200" y="1600201"/>
            <a:ext cx="4038600" cy="21770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1"/>
            <a:ext cx="4038600" cy="21770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3948709"/>
            <a:ext cx="4038600" cy="2177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948709"/>
            <a:ext cx="4038600" cy="2177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1B2EF89E-926A-4B5E-A0EE-9340FA06C07B}"/>
              </a:ext>
            </a:extLst>
          </p:cNvPr>
          <p:cNvSpPr>
            <a:spLocks noGrp="1" noChangeArrowheads="1"/>
          </p:cNvSpPr>
          <p:nvPr>
            <p:ph type="ftr" sz="quarter" idx="10"/>
          </p:nvPr>
        </p:nvSpPr>
        <p:spPr>
          <a:ln/>
        </p:spPr>
        <p:txBody>
          <a:bodyPr/>
          <a:lstStyle>
            <a:lvl1pPr>
              <a:defRPr/>
            </a:lvl1pPr>
          </a:lstStyle>
          <a:p>
            <a:endParaRPr lang="en-US"/>
          </a:p>
        </p:txBody>
      </p:sp>
      <p:sp>
        <p:nvSpPr>
          <p:cNvPr id="8" name="Rectangle 6">
            <a:extLst>
              <a:ext uri="{FF2B5EF4-FFF2-40B4-BE49-F238E27FC236}">
                <a16:creationId xmlns:a16="http://schemas.microsoft.com/office/drawing/2014/main" id="{12B127ED-E936-447C-AFA9-BEB2D7194080}"/>
              </a:ext>
            </a:extLst>
          </p:cNvPr>
          <p:cNvSpPr>
            <a:spLocks noGrp="1" noChangeArrowheads="1"/>
          </p:cNvSpPr>
          <p:nvPr>
            <p:ph type="sldNum" sz="quarter" idx="11"/>
          </p:nvPr>
        </p:nvSpPr>
        <p:spPr>
          <a:ln/>
        </p:spPr>
        <p:txBody>
          <a:bodyPr/>
          <a:lstStyle>
            <a:lvl1pPr>
              <a:defRPr/>
            </a:lvl1pPr>
          </a:lstStyle>
          <a:p>
            <a:fld id="{B1F858E3-97C3-4A10-9940-68B7EEA8B13C}" type="slidenum">
              <a:rPr lang="en-US" smtClean="0"/>
              <a:pPr/>
              <a:t>‹#›</a:t>
            </a:fld>
            <a:endParaRPr lang="en-US"/>
          </a:p>
        </p:txBody>
      </p:sp>
    </p:spTree>
    <p:extLst>
      <p:ext uri="{BB962C8B-B14F-4D97-AF65-F5344CB8AC3E}">
        <p14:creationId xmlns:p14="http://schemas.microsoft.com/office/powerpoint/2010/main" val="41325777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5034"/>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5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5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C17FD03E-4425-47D3-A880-7C590E60FEC4}"/>
              </a:ext>
            </a:extLst>
          </p:cNvPr>
          <p:cNvSpPr>
            <a:spLocks noGrp="1" noChangeArrowheads="1"/>
          </p:cNvSpPr>
          <p:nvPr>
            <p:ph type="ftr" sz="quarter" idx="10"/>
          </p:nvPr>
        </p:nvSpPr>
        <p:spPr>
          <a:ln/>
        </p:spPr>
        <p:txBody>
          <a:bodyPr/>
          <a:lstStyle>
            <a:lvl1pPr>
              <a:defRPr/>
            </a:lvl1pPr>
          </a:lstStyle>
          <a:p>
            <a:endParaRPr lang="en-US"/>
          </a:p>
        </p:txBody>
      </p:sp>
      <p:sp>
        <p:nvSpPr>
          <p:cNvPr id="6" name="Rectangle 6">
            <a:extLst>
              <a:ext uri="{FF2B5EF4-FFF2-40B4-BE49-F238E27FC236}">
                <a16:creationId xmlns:a16="http://schemas.microsoft.com/office/drawing/2014/main" id="{A502F3CD-A956-4F2F-B89E-A266B072D29B}"/>
              </a:ext>
            </a:extLst>
          </p:cNvPr>
          <p:cNvSpPr>
            <a:spLocks noGrp="1" noChangeArrowheads="1"/>
          </p:cNvSpPr>
          <p:nvPr>
            <p:ph type="sldNum" sz="quarter" idx="11"/>
          </p:nvPr>
        </p:nvSpPr>
        <p:spPr>
          <a:ln/>
        </p:spPr>
        <p:txBody>
          <a:bodyPr/>
          <a:lstStyle>
            <a:lvl1pPr>
              <a:defRPr/>
            </a:lvl1pPr>
          </a:lstStyle>
          <a:p>
            <a:fld id="{B1F858E3-97C3-4A10-9940-68B7EEA8B13C}" type="slidenum">
              <a:rPr lang="en-US" smtClean="0"/>
              <a:pPr/>
              <a:t>‹#›</a:t>
            </a:fld>
            <a:endParaRPr lang="en-US"/>
          </a:p>
        </p:txBody>
      </p:sp>
    </p:spTree>
    <p:extLst>
      <p:ext uri="{BB962C8B-B14F-4D97-AF65-F5344CB8AC3E}">
        <p14:creationId xmlns:p14="http://schemas.microsoft.com/office/powerpoint/2010/main" val="2733133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585751-B3B2-4B17-BD1A-3398C3F7C492}" type="datetimeFigureOut">
              <a:rPr lang="en-US" smtClean="0"/>
              <a:pPr/>
              <a:t>2/6/2022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F858E3-97C3-4A10-9940-68B7EEA8B13C}" type="slidenum">
              <a:rPr lang="en-US" smtClean="0"/>
              <a:pPr/>
              <a:t>‹#›</a:t>
            </a:fld>
            <a:endParaRPr lang="en-US"/>
          </a:p>
        </p:txBody>
      </p:sp>
    </p:spTree>
    <p:extLst>
      <p:ext uri="{BB962C8B-B14F-4D97-AF65-F5344CB8AC3E}">
        <p14:creationId xmlns:p14="http://schemas.microsoft.com/office/powerpoint/2010/main" val="1773883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D8B6EBB-C6F2-4543-B378-117366589C46}"/>
              </a:ext>
            </a:extLst>
          </p:cNvPr>
          <p:cNvSpPr>
            <a:spLocks noGrp="1" noChangeArrowheads="1"/>
          </p:cNvSpPr>
          <p:nvPr>
            <p:ph type="title"/>
          </p:nvPr>
        </p:nvSpPr>
        <p:spPr bwMode="auto">
          <a:xfrm>
            <a:off x="457200" y="27503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54C7F6D2-F398-49B3-8CF9-F20F481038D5}"/>
              </a:ext>
            </a:extLst>
          </p:cNvPr>
          <p:cNvSpPr>
            <a:spLocks noGrp="1" noChangeArrowheads="1"/>
          </p:cNvSpPr>
          <p:nvPr>
            <p:ph type="body" idx="1"/>
          </p:nvPr>
        </p:nvSpPr>
        <p:spPr bwMode="auto">
          <a:xfrm>
            <a:off x="457200" y="1600200"/>
            <a:ext cx="8229600" cy="4525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20229" name="Rectangle 5">
            <a:extLst>
              <a:ext uri="{FF2B5EF4-FFF2-40B4-BE49-F238E27FC236}">
                <a16:creationId xmlns:a16="http://schemas.microsoft.com/office/drawing/2014/main" id="{8749E332-6ED1-4A73-B631-16634C10D354}"/>
              </a:ext>
            </a:extLst>
          </p:cNvPr>
          <p:cNvSpPr>
            <a:spLocks noGrp="1" noChangeArrowheads="1"/>
          </p:cNvSpPr>
          <p:nvPr>
            <p:ph type="ftr" sz="quarter" idx="3"/>
          </p:nvPr>
        </p:nvSpPr>
        <p:spPr bwMode="auto">
          <a:xfrm>
            <a:off x="279400" y="6168629"/>
            <a:ext cx="2895600" cy="476846"/>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000" b="1">
                <a:solidFill>
                  <a:srgbClr val="000099"/>
                </a:solidFill>
              </a:defRPr>
            </a:lvl1pPr>
          </a:lstStyle>
          <a:p>
            <a:endParaRPr lang="en-US"/>
          </a:p>
        </p:txBody>
      </p:sp>
      <p:sp>
        <p:nvSpPr>
          <p:cNvPr id="820230" name="Rectangle 6">
            <a:extLst>
              <a:ext uri="{FF2B5EF4-FFF2-40B4-BE49-F238E27FC236}">
                <a16:creationId xmlns:a16="http://schemas.microsoft.com/office/drawing/2014/main" id="{18066B86-997D-4F06-97DD-CDB6113B91B0}"/>
              </a:ext>
            </a:extLst>
          </p:cNvPr>
          <p:cNvSpPr>
            <a:spLocks noGrp="1" noChangeArrowheads="1"/>
          </p:cNvSpPr>
          <p:nvPr>
            <p:ph type="sldNum" sz="quarter" idx="4"/>
          </p:nvPr>
        </p:nvSpPr>
        <p:spPr bwMode="auto">
          <a:xfrm>
            <a:off x="6553200" y="6245424"/>
            <a:ext cx="2133600" cy="476845"/>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B1F858E3-97C3-4A10-9940-68B7EEA8B13C}" type="slidenum">
              <a:rPr lang="en-US" smtClean="0"/>
              <a:pPr/>
              <a:t>‹#›</a:t>
            </a:fld>
            <a:endParaRPr lang="en-US"/>
          </a:p>
        </p:txBody>
      </p:sp>
    </p:spTree>
    <p:extLst>
      <p:ext uri="{BB962C8B-B14F-4D97-AF65-F5344CB8AC3E}">
        <p14:creationId xmlns:p14="http://schemas.microsoft.com/office/powerpoint/2010/main" val="24074732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1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20571" y="851517"/>
            <a:ext cx="3928849" cy="2991416"/>
          </a:xfrm>
        </p:spPr>
        <p:txBody>
          <a:bodyPr anchor="b">
            <a:normAutofit/>
          </a:bodyPr>
          <a:lstStyle/>
          <a:p>
            <a:pPr algn="l"/>
            <a:r>
              <a:rPr lang="en-US" sz="4100" b="1"/>
              <a:t>CSE 464 : Software Quality Assurance and Testing</a:t>
            </a:r>
          </a:p>
        </p:txBody>
      </p:sp>
      <p:sp>
        <p:nvSpPr>
          <p:cNvPr id="3" name="Subtitle 2"/>
          <p:cNvSpPr>
            <a:spLocks noGrp="1"/>
          </p:cNvSpPr>
          <p:nvPr>
            <p:ph type="subTitle" idx="1"/>
          </p:nvPr>
        </p:nvSpPr>
        <p:spPr>
          <a:xfrm>
            <a:off x="820572" y="3842932"/>
            <a:ext cx="3125336" cy="2163551"/>
          </a:xfrm>
        </p:spPr>
        <p:txBody>
          <a:bodyPr anchor="t">
            <a:normAutofit/>
          </a:bodyPr>
          <a:lstStyle/>
          <a:p>
            <a:pPr algn="l">
              <a:lnSpc>
                <a:spcPct val="90000"/>
              </a:lnSpc>
            </a:pPr>
            <a:r>
              <a:rPr lang="en-US" sz="2700" b="1"/>
              <a:t>Introduction to Model Based Testing</a:t>
            </a:r>
          </a:p>
          <a:p>
            <a:pPr algn="l">
              <a:lnSpc>
                <a:spcPct val="90000"/>
              </a:lnSpc>
            </a:pPr>
            <a:endParaRPr lang="en-US" sz="2700"/>
          </a:p>
          <a:p>
            <a:pPr algn="l">
              <a:lnSpc>
                <a:spcPct val="90000"/>
              </a:lnSpc>
            </a:pPr>
            <a:r>
              <a:rPr lang="en-US" sz="2700" b="1" err="1"/>
              <a:t>Janaka</a:t>
            </a:r>
            <a:r>
              <a:rPr lang="en-US" sz="2700" b="1"/>
              <a:t> </a:t>
            </a:r>
            <a:r>
              <a:rPr lang="en-US" sz="2700" b="1" err="1"/>
              <a:t>Balasooriya</a:t>
            </a:r>
            <a:endParaRPr lang="en-US" sz="2700" b="1"/>
          </a:p>
        </p:txBody>
      </p:sp>
      <p:sp>
        <p:nvSpPr>
          <p:cNvPr id="12" name="Freeform: Shape 11">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32777" y="851518"/>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Logo&#10;&#10;Description automatically generated">
            <a:extLst>
              <a:ext uri="{FF2B5EF4-FFF2-40B4-BE49-F238E27FC236}">
                <a16:creationId xmlns:a16="http://schemas.microsoft.com/office/drawing/2014/main" id="{19849673-47E8-4384-886A-00FEC66518E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48627" y="2806221"/>
            <a:ext cx="2413000" cy="186350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0686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44670" y="575072"/>
            <a:ext cx="7886700" cy="2853928"/>
          </a:xfrm>
        </p:spPr>
        <p:txBody>
          <a:bodyPr>
            <a:normAutofit/>
          </a:bodyPr>
          <a:lstStyle/>
          <a:p>
            <a:r>
              <a:rPr lang="en-US" b="1" dirty="0">
                <a:solidFill>
                  <a:srgbClr val="000099"/>
                </a:solidFill>
              </a:rPr>
              <a:t>Model Based Testing : Finite State Model</a:t>
            </a:r>
          </a:p>
        </p:txBody>
      </p:sp>
      <p:sp>
        <p:nvSpPr>
          <p:cNvPr id="5" name="Rectangle 4"/>
          <p:cNvSpPr/>
          <p:nvPr/>
        </p:nvSpPr>
        <p:spPr>
          <a:xfrm>
            <a:off x="1219200" y="3429000"/>
            <a:ext cx="7086600" cy="2062103"/>
          </a:xfrm>
          <a:prstGeom prst="rect">
            <a:avLst/>
          </a:prstGeom>
        </p:spPr>
        <p:txBody>
          <a:bodyPr wrap="square">
            <a:spAutoFit/>
          </a:bodyPr>
          <a:lstStyle/>
          <a:p>
            <a:pPr marL="285750" indent="-285750">
              <a:buFont typeface="Arial" pitchFamily="34" charset="0"/>
              <a:buChar char="•"/>
            </a:pPr>
            <a:r>
              <a:rPr lang="en-US" sz="3200" dirty="0"/>
              <a:t>Definition of Finite State Machines</a:t>
            </a:r>
          </a:p>
          <a:p>
            <a:pPr marL="285750" indent="-285750">
              <a:buFont typeface="Arial" pitchFamily="34" charset="0"/>
              <a:buChar char="•"/>
            </a:pPr>
            <a:r>
              <a:rPr lang="en-US" sz="3200" dirty="0"/>
              <a:t>When to use</a:t>
            </a:r>
          </a:p>
          <a:p>
            <a:pPr marL="285750" indent="-285750">
              <a:buFont typeface="Arial" pitchFamily="34" charset="0"/>
              <a:buChar char="•"/>
            </a:pPr>
            <a:r>
              <a:rPr lang="en-US" sz="3200" dirty="0"/>
              <a:t>How to design test cases using model based testing</a:t>
            </a:r>
          </a:p>
        </p:txBody>
      </p:sp>
    </p:spTree>
    <p:extLst>
      <p:ext uri="{BB962C8B-B14F-4D97-AF65-F5344CB8AC3E}">
        <p14:creationId xmlns:p14="http://schemas.microsoft.com/office/powerpoint/2010/main" val="3463225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39762"/>
          </a:xfrm>
        </p:spPr>
        <p:txBody>
          <a:bodyPr>
            <a:normAutofit fontScale="90000"/>
          </a:bodyPr>
          <a:lstStyle/>
          <a:p>
            <a:r>
              <a:rPr lang="en-US" dirty="0"/>
              <a:t>Finite Sate Model Based Testing Example 1</a:t>
            </a:r>
          </a:p>
        </p:txBody>
      </p:sp>
      <p:sp>
        <p:nvSpPr>
          <p:cNvPr id="3" name="Rectangle 2"/>
          <p:cNvSpPr/>
          <p:nvPr/>
        </p:nvSpPr>
        <p:spPr>
          <a:xfrm>
            <a:off x="304800" y="1524000"/>
            <a:ext cx="8610600" cy="1384995"/>
          </a:xfrm>
          <a:prstGeom prst="rect">
            <a:avLst/>
          </a:prstGeom>
        </p:spPr>
        <p:txBody>
          <a:bodyPr wrap="square">
            <a:spAutoFit/>
          </a:bodyPr>
          <a:lstStyle/>
          <a:p>
            <a:pPr lvl="0"/>
            <a:r>
              <a:rPr lang="en-US" sz="2800" dirty="0"/>
              <a:t>Develop a finite state model that detects the pattern  1011 and design test cases. Assume that software reads one bit at a time.</a:t>
            </a:r>
          </a:p>
        </p:txBody>
      </p:sp>
    </p:spTree>
    <p:extLst>
      <p:ext uri="{BB962C8B-B14F-4D97-AF65-F5344CB8AC3E}">
        <p14:creationId xmlns:p14="http://schemas.microsoft.com/office/powerpoint/2010/main" val="1335302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b="1" dirty="0"/>
              <a:t>Finite State Model</a:t>
            </a:r>
          </a:p>
        </p:txBody>
      </p:sp>
      <p:sp>
        <p:nvSpPr>
          <p:cNvPr id="5" name="Rectangle 4"/>
          <p:cNvSpPr/>
          <p:nvPr/>
        </p:nvSpPr>
        <p:spPr>
          <a:xfrm>
            <a:off x="390525" y="1166842"/>
            <a:ext cx="8001000" cy="4524315"/>
          </a:xfrm>
          <a:prstGeom prst="rect">
            <a:avLst/>
          </a:prstGeom>
        </p:spPr>
        <p:txBody>
          <a:bodyPr wrap="square">
            <a:spAutoFit/>
          </a:bodyPr>
          <a:lstStyle/>
          <a:p>
            <a:r>
              <a:rPr lang="en-US" sz="2400" dirty="0"/>
              <a:t>Finite State Machines (FSM)</a:t>
            </a:r>
          </a:p>
          <a:p>
            <a:r>
              <a:rPr lang="en-US" sz="2400" dirty="0"/>
              <a:t>• A </a:t>
            </a:r>
            <a:r>
              <a:rPr lang="en-US" sz="2400" i="1" dirty="0"/>
              <a:t>Finite State Machine (FSM) </a:t>
            </a:r>
            <a:r>
              <a:rPr lang="en-US" sz="2400" dirty="0"/>
              <a:t>is a directed graph in which </a:t>
            </a:r>
            <a:r>
              <a:rPr lang="en-US" sz="2400" dirty="0">
                <a:solidFill>
                  <a:srgbClr val="000099"/>
                </a:solidFill>
              </a:rPr>
              <a:t>nodes are states and edges are transitions</a:t>
            </a:r>
          </a:p>
          <a:p>
            <a:r>
              <a:rPr lang="en-US" sz="2400" dirty="0"/>
              <a:t>• States can be used to represent</a:t>
            </a:r>
          </a:p>
          <a:p>
            <a:pPr lvl="1"/>
            <a:r>
              <a:rPr lang="en-US" sz="2400" dirty="0"/>
              <a:t>– Conditions</a:t>
            </a:r>
          </a:p>
          <a:p>
            <a:pPr lvl="1"/>
            <a:r>
              <a:rPr lang="en-US" sz="2400" dirty="0"/>
              <a:t>– Stages of processing</a:t>
            </a:r>
          </a:p>
          <a:p>
            <a:r>
              <a:rPr lang="en-US" sz="2400" dirty="0"/>
              <a:t>• Transitions are caused by</a:t>
            </a:r>
          </a:p>
          <a:p>
            <a:pPr lvl="1"/>
            <a:r>
              <a:rPr lang="en-US" sz="2400" dirty="0"/>
              <a:t>– Events</a:t>
            </a:r>
          </a:p>
          <a:p>
            <a:pPr lvl="1"/>
            <a:r>
              <a:rPr lang="en-US" sz="2400" dirty="0"/>
              <a:t>– Data</a:t>
            </a:r>
          </a:p>
          <a:p>
            <a:pPr lvl="1"/>
            <a:r>
              <a:rPr lang="en-US" sz="2400" dirty="0"/>
              <a:t>– Passage of time</a:t>
            </a:r>
          </a:p>
          <a:p>
            <a:r>
              <a:rPr lang="en-US" sz="2400" dirty="0"/>
              <a:t>• A well-formed FSM has one initial state and one final state</a:t>
            </a:r>
          </a:p>
          <a:p>
            <a:r>
              <a:rPr lang="en-US" sz="2400" dirty="0"/>
              <a:t>• Paths from the initial to the final state are test cases</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1928782"/>
            <a:ext cx="2276475" cy="249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9728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r>
              <a:rPr lang="en-US" b="1" dirty="0"/>
              <a:t>FSM Notation</a:t>
            </a:r>
          </a:p>
        </p:txBody>
      </p:sp>
      <p:sp>
        <p:nvSpPr>
          <p:cNvPr id="3" name="Rectangle 2"/>
          <p:cNvSpPr/>
          <p:nvPr/>
        </p:nvSpPr>
        <p:spPr>
          <a:xfrm>
            <a:off x="457200" y="990600"/>
            <a:ext cx="8229600" cy="3046988"/>
          </a:xfrm>
          <a:prstGeom prst="rect">
            <a:avLst/>
          </a:prstGeom>
        </p:spPr>
        <p:txBody>
          <a:bodyPr wrap="square">
            <a:spAutoFit/>
          </a:bodyPr>
          <a:lstStyle/>
          <a:p>
            <a:r>
              <a:rPr lang="en-US" sz="2400" dirty="0"/>
              <a:t>• </a:t>
            </a:r>
            <a:r>
              <a:rPr lang="en-US" sz="2400" b="1" dirty="0"/>
              <a:t>States are circles</a:t>
            </a:r>
          </a:p>
          <a:p>
            <a:r>
              <a:rPr lang="en-US" sz="2400" dirty="0"/>
              <a:t>	– </a:t>
            </a:r>
            <a:r>
              <a:rPr lang="en-US" sz="2400" b="1" dirty="0"/>
              <a:t>s1, s2, s3, s4</a:t>
            </a:r>
          </a:p>
          <a:p>
            <a:r>
              <a:rPr lang="en-US" sz="2400" dirty="0"/>
              <a:t>• </a:t>
            </a:r>
            <a:r>
              <a:rPr lang="en-US" sz="2400" b="1" dirty="0"/>
              <a:t>Events (e1, e2, e3)</a:t>
            </a:r>
          </a:p>
          <a:p>
            <a:r>
              <a:rPr lang="en-US" sz="2400" dirty="0"/>
              <a:t>• </a:t>
            </a:r>
            <a:r>
              <a:rPr lang="en-US" sz="2400" b="1" dirty="0"/>
              <a:t>Actions (a1, a2, a3)</a:t>
            </a:r>
          </a:p>
          <a:p>
            <a:r>
              <a:rPr lang="en-US" sz="2400" dirty="0"/>
              <a:t>• </a:t>
            </a:r>
            <a:r>
              <a:rPr lang="en-US" sz="2400" b="1" dirty="0"/>
              <a:t>Transitions are arrows</a:t>
            </a:r>
          </a:p>
          <a:p>
            <a:r>
              <a:rPr lang="en-US" sz="2400" dirty="0"/>
              <a:t>• </a:t>
            </a:r>
            <a:r>
              <a:rPr lang="en-US" sz="2400" b="1" dirty="0"/>
              <a:t>Transition notation: the transition from s1 to s2 is caused by event e1, and generates action a1.</a:t>
            </a:r>
          </a:p>
          <a:p>
            <a:r>
              <a:rPr lang="en-US" sz="2400" dirty="0"/>
              <a:t>• </a:t>
            </a:r>
            <a:r>
              <a:rPr lang="en-US" sz="2400" b="1" dirty="0"/>
              <a:t>e1 is a context-sensitive input event</a:t>
            </a:r>
            <a:endParaRPr lang="en-US"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962400"/>
            <a:ext cx="2276475" cy="249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5111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Autofit/>
          </a:bodyPr>
          <a:lstStyle/>
          <a:p>
            <a:r>
              <a:rPr lang="en-US" sz="2800" b="1" dirty="0"/>
              <a:t>Deterministic and Non-Deterministic Nature of FSM</a:t>
            </a:r>
          </a:p>
        </p:txBody>
      </p:sp>
      <p:sp>
        <p:nvSpPr>
          <p:cNvPr id="3" name="Rectangle 2"/>
          <p:cNvSpPr/>
          <p:nvPr/>
        </p:nvSpPr>
        <p:spPr>
          <a:xfrm>
            <a:off x="360218" y="914400"/>
            <a:ext cx="8631382" cy="5509200"/>
          </a:xfrm>
          <a:prstGeom prst="rect">
            <a:avLst/>
          </a:prstGeom>
        </p:spPr>
        <p:txBody>
          <a:bodyPr wrap="square">
            <a:spAutoFit/>
          </a:bodyPr>
          <a:lstStyle/>
          <a:p>
            <a:r>
              <a:rPr lang="en-US" sz="3200" dirty="0"/>
              <a:t>Two Definitions of “Deterministic” </a:t>
            </a:r>
          </a:p>
          <a:p>
            <a:r>
              <a:rPr lang="en-US" sz="3200" dirty="0"/>
              <a:t>  • A program (or model) is </a:t>
            </a:r>
            <a:r>
              <a:rPr lang="en-US" sz="3200" i="1" dirty="0"/>
              <a:t>deterministic </a:t>
            </a:r>
            <a:r>
              <a:rPr lang="en-US" sz="3200" dirty="0"/>
              <a:t>if:</a:t>
            </a:r>
          </a:p>
          <a:p>
            <a:pPr lvl="1"/>
            <a:r>
              <a:rPr lang="en-US" sz="3200" dirty="0"/>
              <a:t>– 1. Given the same input, it always produces the same  output</a:t>
            </a:r>
          </a:p>
          <a:p>
            <a:pPr lvl="1"/>
            <a:r>
              <a:rPr lang="en-US" sz="3200" dirty="0"/>
              <a:t>OR</a:t>
            </a:r>
          </a:p>
          <a:p>
            <a:pPr lvl="1"/>
            <a:r>
              <a:rPr lang="en-US" sz="3200" dirty="0"/>
              <a:t>– 2. Given the same input, it always produces a predictable output.</a:t>
            </a:r>
          </a:p>
          <a:p>
            <a:pPr lvl="1"/>
            <a:endParaRPr lang="en-US" sz="3200" dirty="0"/>
          </a:p>
          <a:p>
            <a:r>
              <a:rPr lang="en-US" sz="3200" dirty="0"/>
              <a:t>• A non-deterministic model cannot be tested using this technique.</a:t>
            </a:r>
          </a:p>
          <a:p>
            <a:r>
              <a:rPr lang="en-US" sz="3200" dirty="0"/>
              <a:t>• Why?</a:t>
            </a:r>
          </a:p>
        </p:txBody>
      </p:sp>
    </p:spTree>
    <p:extLst>
      <p:ext uri="{BB962C8B-B14F-4D97-AF65-F5344CB8AC3E}">
        <p14:creationId xmlns:p14="http://schemas.microsoft.com/office/powerpoint/2010/main" val="2539248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1143000"/>
          </a:xfrm>
        </p:spPr>
        <p:txBody>
          <a:bodyPr>
            <a:noAutofit/>
          </a:bodyPr>
          <a:lstStyle/>
          <a:p>
            <a:r>
              <a:rPr lang="en-US" sz="3600" b="1" dirty="0"/>
              <a:t>Test Coverage Based on Finite State  Machines</a:t>
            </a:r>
            <a:br>
              <a:rPr lang="en-US" sz="3600" b="1" dirty="0"/>
            </a:br>
            <a:endParaRPr lang="en-US" sz="3600" b="1" dirty="0"/>
          </a:p>
        </p:txBody>
      </p:sp>
      <p:sp>
        <p:nvSpPr>
          <p:cNvPr id="3" name="Rectangle 2"/>
          <p:cNvSpPr/>
          <p:nvPr/>
        </p:nvSpPr>
        <p:spPr>
          <a:xfrm>
            <a:off x="495300" y="1659285"/>
            <a:ext cx="8153400" cy="3539430"/>
          </a:xfrm>
          <a:prstGeom prst="rect">
            <a:avLst/>
          </a:prstGeom>
        </p:spPr>
        <p:txBody>
          <a:bodyPr wrap="square">
            <a:spAutoFit/>
          </a:bodyPr>
          <a:lstStyle/>
          <a:p>
            <a:r>
              <a:rPr lang="en-US" sz="3200" dirty="0"/>
              <a:t>Develop a set of test cases, such that:</a:t>
            </a:r>
          </a:p>
          <a:p>
            <a:pPr marL="914400" lvl="1" indent="-457200">
              <a:buFont typeface="Arial" pitchFamily="34" charset="0"/>
              <a:buChar char="•"/>
            </a:pPr>
            <a:r>
              <a:rPr lang="en-US" sz="3200" dirty="0"/>
              <a:t>Random Walk</a:t>
            </a:r>
          </a:p>
          <a:p>
            <a:pPr marL="914400" lvl="1" indent="-457200">
              <a:buFont typeface="Arial" pitchFamily="34" charset="0"/>
              <a:buChar char="•"/>
            </a:pPr>
            <a:r>
              <a:rPr lang="en-US" sz="3200" dirty="0"/>
              <a:t>Weighted Traversal</a:t>
            </a:r>
          </a:p>
          <a:p>
            <a:pPr marL="914400" lvl="1" indent="-457200">
              <a:buFont typeface="Arial" pitchFamily="34" charset="0"/>
              <a:buChar char="•"/>
            </a:pPr>
            <a:r>
              <a:rPr lang="en-US" sz="3200" dirty="0"/>
              <a:t>Shortest Path</a:t>
            </a:r>
          </a:p>
          <a:p>
            <a:pPr marL="914400" lvl="1" indent="-457200">
              <a:buFont typeface="Arial" pitchFamily="34" charset="0"/>
              <a:buChar char="•"/>
            </a:pPr>
            <a:r>
              <a:rPr lang="en-US" sz="3200" dirty="0"/>
              <a:t>Every state is traversed</a:t>
            </a:r>
          </a:p>
          <a:p>
            <a:pPr marL="914400" lvl="1" indent="-457200">
              <a:buFont typeface="Arial" pitchFamily="34" charset="0"/>
              <a:buChar char="•"/>
            </a:pPr>
            <a:r>
              <a:rPr lang="en-US" sz="3200" dirty="0"/>
              <a:t>Every transition is traversed</a:t>
            </a:r>
          </a:p>
          <a:p>
            <a:r>
              <a:rPr lang="en-US" sz="3200" dirty="0"/>
              <a:t>    </a:t>
            </a:r>
          </a:p>
        </p:txBody>
      </p:sp>
    </p:spTree>
    <p:extLst>
      <p:ext uri="{BB962C8B-B14F-4D97-AF65-F5344CB8AC3E}">
        <p14:creationId xmlns:p14="http://schemas.microsoft.com/office/powerpoint/2010/main" val="2748219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838200"/>
          </a:xfrm>
        </p:spPr>
        <p:txBody>
          <a:bodyPr>
            <a:normAutofit fontScale="90000"/>
          </a:bodyPr>
          <a:lstStyle/>
          <a:p>
            <a:r>
              <a:rPr lang="en-US" sz="3600" b="1" dirty="0"/>
              <a:t>Finite State Model Example 2: Hello World Program</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1752600"/>
            <a:ext cx="7239000" cy="241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066800" y="4419600"/>
            <a:ext cx="6858000" cy="381000"/>
          </a:xfrm>
          <a:prstGeom prst="rect">
            <a:avLst/>
          </a:prstGeom>
          <a:noFill/>
        </p:spPr>
        <p:txBody>
          <a:bodyPr wrap="square" rtlCol="0">
            <a:spAutoFit/>
          </a:bodyPr>
          <a:lstStyle/>
          <a:p>
            <a:pPr algn="ctr"/>
            <a:r>
              <a:rPr lang="en-US" dirty="0"/>
              <a:t>Reference : How we test at Microsoft</a:t>
            </a:r>
          </a:p>
        </p:txBody>
      </p:sp>
    </p:spTree>
    <p:extLst>
      <p:ext uri="{BB962C8B-B14F-4D97-AF65-F5344CB8AC3E}">
        <p14:creationId xmlns:p14="http://schemas.microsoft.com/office/powerpoint/2010/main" val="2335780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90600"/>
          </a:xfrm>
        </p:spPr>
        <p:txBody>
          <a:bodyPr/>
          <a:lstStyle/>
          <a:p>
            <a:r>
              <a:rPr lang="en-US" dirty="0"/>
              <a:t>Program to Finite State Model</a:t>
            </a:r>
          </a:p>
        </p:txBody>
      </p:sp>
      <p:pic>
        <p:nvPicPr>
          <p:cNvPr id="3" name="Picture 2"/>
          <p:cNvPicPr>
            <a:picLocks noChangeAspect="1"/>
          </p:cNvPicPr>
          <p:nvPr/>
        </p:nvPicPr>
        <p:blipFill>
          <a:blip r:embed="rId3"/>
          <a:stretch>
            <a:fillRect/>
          </a:stretch>
        </p:blipFill>
        <p:spPr>
          <a:xfrm>
            <a:off x="2362200" y="3048000"/>
            <a:ext cx="5943600" cy="2971800"/>
          </a:xfrm>
          <a:prstGeom prst="rect">
            <a:avLst/>
          </a:prstGeom>
        </p:spPr>
      </p:pic>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377" y="1066800"/>
            <a:ext cx="5750423" cy="1921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04800" y="6019800"/>
            <a:ext cx="3660105" cy="369332"/>
          </a:xfrm>
          <a:prstGeom prst="rect">
            <a:avLst/>
          </a:prstGeom>
        </p:spPr>
        <p:txBody>
          <a:bodyPr wrap="none">
            <a:spAutoFit/>
          </a:bodyPr>
          <a:lstStyle/>
          <a:p>
            <a:pPr algn="ctr"/>
            <a:r>
              <a:rPr lang="en-US" dirty="0"/>
              <a:t>Reference : How we test at Microsoft</a:t>
            </a:r>
          </a:p>
        </p:txBody>
      </p:sp>
    </p:spTree>
    <p:extLst>
      <p:ext uri="{BB962C8B-B14F-4D97-AF65-F5344CB8AC3E}">
        <p14:creationId xmlns:p14="http://schemas.microsoft.com/office/powerpoint/2010/main" val="862655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Test Cases for the </a:t>
            </a:r>
            <a:r>
              <a:rPr lang="en-US" dirty="0" err="1"/>
              <a:t>HelloWorld</a:t>
            </a:r>
            <a:r>
              <a:rPr lang="en-US" dirty="0"/>
              <a:t> Example</a:t>
            </a:r>
          </a:p>
        </p:txBody>
      </p:sp>
      <p:pic>
        <p:nvPicPr>
          <p:cNvPr id="3" name="Picture 2"/>
          <p:cNvPicPr>
            <a:picLocks noChangeAspect="1"/>
          </p:cNvPicPr>
          <p:nvPr/>
        </p:nvPicPr>
        <p:blipFill>
          <a:blip r:embed="rId2"/>
          <a:stretch>
            <a:fillRect/>
          </a:stretch>
        </p:blipFill>
        <p:spPr>
          <a:xfrm>
            <a:off x="490887" y="1092654"/>
            <a:ext cx="7388649" cy="5118773"/>
          </a:xfrm>
          <a:prstGeom prst="rect">
            <a:avLst/>
          </a:prstGeom>
        </p:spPr>
      </p:pic>
      <p:sp>
        <p:nvSpPr>
          <p:cNvPr id="4" name="Rectangle 3"/>
          <p:cNvSpPr/>
          <p:nvPr/>
        </p:nvSpPr>
        <p:spPr>
          <a:xfrm>
            <a:off x="1981200" y="5842095"/>
            <a:ext cx="3660105" cy="369332"/>
          </a:xfrm>
          <a:prstGeom prst="rect">
            <a:avLst/>
          </a:prstGeom>
        </p:spPr>
        <p:txBody>
          <a:bodyPr wrap="none">
            <a:spAutoFit/>
          </a:bodyPr>
          <a:lstStyle/>
          <a:p>
            <a:pPr algn="ctr"/>
            <a:r>
              <a:rPr lang="en-US" dirty="0"/>
              <a:t>Reference : How we test at Microsoft</a:t>
            </a:r>
          </a:p>
        </p:txBody>
      </p:sp>
    </p:spTree>
    <p:extLst>
      <p:ext uri="{BB962C8B-B14F-4D97-AF65-F5344CB8AC3E}">
        <p14:creationId xmlns:p14="http://schemas.microsoft.com/office/powerpoint/2010/main" val="2381257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839200" cy="639762"/>
          </a:xfrm>
        </p:spPr>
        <p:txBody>
          <a:bodyPr>
            <a:noAutofit/>
          </a:bodyPr>
          <a:lstStyle/>
          <a:p>
            <a:r>
              <a:rPr lang="en-US" sz="3600" b="1" dirty="0"/>
              <a:t>Finite State Model Based Testing Example 3</a:t>
            </a:r>
          </a:p>
        </p:txBody>
      </p:sp>
      <p:sp>
        <p:nvSpPr>
          <p:cNvPr id="3" name="TextBox 2"/>
          <p:cNvSpPr txBox="1"/>
          <p:nvPr/>
        </p:nvSpPr>
        <p:spPr>
          <a:xfrm>
            <a:off x="381000" y="1371600"/>
            <a:ext cx="8382000" cy="4524315"/>
          </a:xfrm>
          <a:prstGeom prst="rect">
            <a:avLst/>
          </a:prstGeom>
          <a:noFill/>
        </p:spPr>
        <p:txBody>
          <a:bodyPr wrap="square" rtlCol="0">
            <a:spAutoFit/>
          </a:bodyPr>
          <a:lstStyle/>
          <a:p>
            <a:r>
              <a:rPr lang="en-US" sz="2400" b="1" dirty="0">
                <a:solidFill>
                  <a:srgbClr val="000099"/>
                </a:solidFill>
              </a:rPr>
              <a:t>ATM Machine Example:   In this example, we will be developing the FSM based testing for the withdrawal function of the ATM Machine. </a:t>
            </a:r>
          </a:p>
          <a:p>
            <a:endParaRPr lang="en-US" sz="2400" b="1" dirty="0">
              <a:solidFill>
                <a:srgbClr val="000099"/>
              </a:solidFill>
            </a:endParaRPr>
          </a:p>
          <a:p>
            <a:r>
              <a:rPr lang="en-US" sz="2400" dirty="0"/>
              <a:t>Certain ATM machine is expected to behave as follows: While withdrawing money, first, user enters the card. If the card is valid, then the user will be prompted to enter the PIN. Invalid cards will be returned by the machine. If the user enter an invalid PIN for three times the card will be kept by the ATM machine.  Otherwise,  the user will be prompted to enter the withdrawal amount. If sufficient balance  money will be dispensed and the card will be returned. </a:t>
            </a:r>
          </a:p>
        </p:txBody>
      </p:sp>
    </p:spTree>
    <p:extLst>
      <p:ext uri="{BB962C8B-B14F-4D97-AF65-F5344CB8AC3E}">
        <p14:creationId xmlns:p14="http://schemas.microsoft.com/office/powerpoint/2010/main" val="716047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944562"/>
          </a:xfrm>
        </p:spPr>
        <p:txBody>
          <a:bodyPr/>
          <a:lstStyle/>
          <a:p>
            <a:r>
              <a:rPr lang="en-US" b="1" dirty="0"/>
              <a:t>Next Time</a:t>
            </a:r>
          </a:p>
        </p:txBody>
      </p:sp>
      <p:sp>
        <p:nvSpPr>
          <p:cNvPr id="3" name="TextBox 2"/>
          <p:cNvSpPr txBox="1"/>
          <p:nvPr/>
        </p:nvSpPr>
        <p:spPr>
          <a:xfrm>
            <a:off x="762000" y="1371600"/>
            <a:ext cx="8001000" cy="707886"/>
          </a:xfrm>
          <a:prstGeom prst="rect">
            <a:avLst/>
          </a:prstGeom>
          <a:noFill/>
        </p:spPr>
        <p:txBody>
          <a:bodyPr wrap="square" rtlCol="0">
            <a:spAutoFit/>
          </a:bodyPr>
          <a:lstStyle/>
          <a:p>
            <a:pPr marL="285750" indent="-285750">
              <a:buFont typeface="Arial" pitchFamily="34" charset="0"/>
              <a:buChar char="•"/>
            </a:pPr>
            <a:r>
              <a:rPr lang="en-US" sz="4000" dirty="0"/>
              <a:t>Introduction to Bug Management</a:t>
            </a:r>
          </a:p>
        </p:txBody>
      </p:sp>
    </p:spTree>
    <p:extLst>
      <p:ext uri="{BB962C8B-B14F-4D97-AF65-F5344CB8AC3E}">
        <p14:creationId xmlns:p14="http://schemas.microsoft.com/office/powerpoint/2010/main" val="2064355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L1_Introduction_CSE360">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1_L1_Introduction_CSE360  -  Compatibility Mode" id="{4238F970-C867-4C69-BCAE-0BE61BF6467E}" vid="{BC4CAC20-189F-479B-9018-01AA5296704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1657</TotalTime>
  <Words>491</Words>
  <Application>Microsoft Office PowerPoint</Application>
  <PresentationFormat>On-screen Show (4:3)</PresentationFormat>
  <Paragraphs>60</Paragraphs>
  <Slides>12</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Calibri</vt:lpstr>
      <vt:lpstr>Helvetica</vt:lpstr>
      <vt:lpstr>Office Theme</vt:lpstr>
      <vt:lpstr>1_L1_Introduction_CSE360</vt:lpstr>
      <vt:lpstr>CSE 464 : Software Quality Assurance and Testing</vt:lpstr>
      <vt:lpstr>Model Based Testing : Finite State Model</vt:lpstr>
      <vt:lpstr>Finite Sate Model Based Testing Example 1</vt:lpstr>
      <vt:lpstr>Finite State Model</vt:lpstr>
      <vt:lpstr>FSM Notation</vt:lpstr>
      <vt:lpstr>Deterministic and Non-Deterministic Nature of FSM</vt:lpstr>
      <vt:lpstr>Test Coverage Based on Finite State  Machines </vt:lpstr>
      <vt:lpstr>Finite State Model Example 2: Hello World Program</vt:lpstr>
      <vt:lpstr>Program to Finite State Model</vt:lpstr>
      <vt:lpstr>Test Cases for the HelloWorld Example</vt:lpstr>
      <vt:lpstr>Finite State Model Based Testing Example 3</vt:lpstr>
      <vt:lpstr>Next Time</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494/598 : Software Quality Assurance and Testing</dc:title>
  <dc:creator>pushpa</dc:creator>
  <cp:lastModifiedBy>Janaka Balasooriya</cp:lastModifiedBy>
  <cp:revision>104</cp:revision>
  <cp:lastPrinted>2014-09-17T18:55:09Z</cp:lastPrinted>
  <dcterms:created xsi:type="dcterms:W3CDTF">2011-08-13T19:09:36Z</dcterms:created>
  <dcterms:modified xsi:type="dcterms:W3CDTF">2022-02-06T19:00:41Z</dcterms:modified>
</cp:coreProperties>
</file>