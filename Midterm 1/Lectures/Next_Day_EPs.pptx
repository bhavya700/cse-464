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55" autoAdjust="0"/>
    <p:restoredTop sz="94669"/>
  </p:normalViewPr>
  <p:slideViewPr>
    <p:cSldViewPr>
      <p:cViewPr varScale="1">
        <p:scale>
          <a:sx n="114" d="100"/>
          <a:sy n="114" d="100"/>
        </p:scale>
        <p:origin x="1760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B22E752-3CEC-9DC3-FF5E-66190A4609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27F748-E6DA-0DB5-57B9-72E8CDA58D5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42B2404-DDD4-E543-BDF9-8AE1ADD38630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AB4F6A-115F-397A-9726-333E31D91C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1BC60D-E736-9739-6CCE-790404110B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4BBE7936-FBD9-C740-A823-440768F0FD1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085C3A7-9D59-8FE5-8CD2-0DB294838C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03A9F8-1245-591F-6565-8FDAFE2522F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E06EE0E-647A-6940-AF4C-7FA6727F9AAB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FD15F6E-84D5-2855-2ED9-1F6F20A8D0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9788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0652356-53D6-E1D7-4291-A07ED5FB79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8638" cy="4183063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454764-7853-3012-9011-A6736E02EDE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D78ADC-4E6C-C593-5250-355D08B25E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00C58ADB-83DB-0148-BEB2-168A8ED59E5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BBFB9-E76E-B2C5-4E8E-726CB1681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16FFB1-3CD1-B449-91E9-43759E9F97AA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37343-8F49-65B8-2366-0A30B772D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4BF59-A23D-BE44-4FEC-98BCAAC47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91A0A7-2307-114D-AB82-8B1C1776E5C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9663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94F12-78F9-341C-CA8A-D1CF2E51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D4FD-2FEB-4D4F-99E8-40A95F938F3C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CA0AD-72F5-3439-45DB-8A6B886F4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F38F7-B793-E17C-45CC-E68B058F1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DC38A3-1FD7-5748-92E2-455FB73EAB7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177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213E0-D0EB-C867-14A7-823AFFED2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AAADB1-1810-CB4C-9161-B24A7498BF89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DCA67-40C4-9853-78F7-7B56F8F3F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54CC8-7873-469B-EED4-71611AEFF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7C3E85-467F-FC43-B7EC-893D3EDA592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3135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811DC26-CB0F-ACB6-D3B6-76EE85792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BCC8DC-0B70-744F-9F97-D5454373FD8E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B7399EE-0CE7-DAA5-8A3E-C4F1788E4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90DD7F2-A656-2C4A-624B-C848CFBAB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5D9D8B-C011-AA4D-A34C-280B3AD413D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001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7F23E2F-449D-DC2E-34CB-F7276C5AB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E3ACB5-9669-7F4E-B8E4-D12CCA98A0C2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AD15138-C75A-5E4B-43E0-0A521E91E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FF9A7D4-6CC9-1F1B-1481-9AD733160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BB32E8-B4A5-D344-82A7-FC3FF34A89A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8471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194071A-CE86-77C8-EA6D-763D5646B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831FF7-65B6-674A-AD15-D8EBD9369760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2BF50CB-990E-DD66-1BAF-C8124FB23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0C444A3-7DBE-76CB-EC21-36EDF99A9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3D7B50-256D-984F-88C7-F2EA6C00C12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2524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ED0BF94-803D-232B-BA4C-710D2CEEB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F91EA4-9B88-5841-A3E1-3E6149742F29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8841078-4976-2819-C5CE-BA0967B39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7582709-CF3A-D379-93EB-2A20B3053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F0DDF9-5E97-F441-9E86-3AAA9E039E1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2161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EFF73B6-03F7-9B03-DC75-8D5EEE414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F7BF9-6D1A-B14D-BE49-79DA14C3AD6A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2FEC6F4-97F1-5741-5D73-DF51D204A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F604EF2-E139-BC4D-0FA8-CC24CAA9A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784C90-FA97-FB49-85CD-739865A825A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6647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86FE77-704C-CD57-869B-0234A8BFB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7200C2-DCDA-6441-BCCD-6A335EA98678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BB3B5C1-ACDE-94AE-ACAD-1B18C6A36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63FFB6A-5AB5-5BE5-B0D4-1C89C2B51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C5754C-A5CE-6E40-86DB-49FFAD81DD8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7994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77740-D7CE-59A4-48E3-746804B53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F4C147-BA7A-0741-AD1E-176892B0376F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66E23-D7DD-82F2-975E-46BD0FC00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D74AF-FD8F-18CA-B370-78CF3EC27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5512AE-CADB-3F4A-8C29-60A12767426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5269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65F9E-6D6C-F6DB-E12B-09CB0960A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0AEDC6-4B18-0B45-841D-6CD7E0420840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DF633-F805-38B2-F53C-6E5F47D2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F0437-BE70-BF02-95BC-B8C9C2859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04D4A8-E945-1340-9F74-E03875C5942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1279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C3118BE8-D4A8-D816-DDAD-B27E8216C2C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D21D015B-D2F2-198E-CA47-5789F455357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0E404-0FFE-B4B4-7AB7-0A66B9CC1F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A297A55-4426-A04E-A572-543FA5159A4F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21A2A-0982-4AE9-B4DF-42294C2B22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826CA-20F4-4596-87D6-F8980EE51E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F9B23D0A-CEB3-C944-AD5F-432A9D8C9AD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0FA5BA73-D727-1CCE-911B-A2B750801F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rgbClr val="000099"/>
                </a:solidFill>
              </a:rPr>
              <a:t>CSE 464/598 : Software Quality Assurance and 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69AC36-856C-6EA9-B799-F7BB5EBCE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657600"/>
            <a:ext cx="6781800" cy="2514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altLang="en-US" dirty="0" err="1"/>
              <a:t>NextDate</a:t>
            </a:r>
            <a:r>
              <a:rPr lang="en-US" altLang="en-US" dirty="0"/>
              <a:t> Problem – Analysis</a:t>
            </a:r>
            <a:endParaRPr lang="en-US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err="1">
                <a:solidFill>
                  <a:srgbClr val="000099"/>
                </a:solidFill>
              </a:rPr>
              <a:t>Janaka</a:t>
            </a:r>
            <a:r>
              <a:rPr lang="en-US" b="1" dirty="0">
                <a:solidFill>
                  <a:srgbClr val="000099"/>
                </a:solidFill>
              </a:rPr>
              <a:t> </a:t>
            </a:r>
            <a:r>
              <a:rPr lang="en-US" b="1" dirty="0" err="1">
                <a:solidFill>
                  <a:srgbClr val="000099"/>
                </a:solidFill>
              </a:rPr>
              <a:t>Balasooriya</a:t>
            </a:r>
            <a:endParaRPr lang="en-US" b="1" dirty="0">
              <a:solidFill>
                <a:srgbClr val="000099"/>
              </a:solidFill>
            </a:endParaRPr>
          </a:p>
        </p:txBody>
      </p:sp>
      <p:pic>
        <p:nvPicPr>
          <p:cNvPr id="4100" name="Picture 6" descr="School of Computing, Informatics, and Decision Systems Engineering">
            <a:extLst>
              <a:ext uri="{FF2B5EF4-FFF2-40B4-BE49-F238E27FC236}">
                <a16:creationId xmlns:a16="http://schemas.microsoft.com/office/drawing/2014/main" id="{9E9A1CFF-1344-5166-D2BE-682E07FE5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04800"/>
            <a:ext cx="70532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71659BCA-E19D-60C0-9387-F04AD3A84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NextDate Problem</a:t>
            </a:r>
          </a:p>
        </p:txBody>
      </p:sp>
      <p:pic>
        <p:nvPicPr>
          <p:cNvPr id="5123" name="Picture 2">
            <a:extLst>
              <a:ext uri="{FF2B5EF4-FFF2-40B4-BE49-F238E27FC236}">
                <a16:creationId xmlns:a16="http://schemas.microsoft.com/office/drawing/2014/main" id="{06E08C9B-6B17-9C1A-3941-53E964212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09675"/>
            <a:ext cx="7924800" cy="511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58758932-2389-1122-6FCB-61A4176AE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229600" cy="715963"/>
          </a:xfrm>
        </p:spPr>
        <p:txBody>
          <a:bodyPr/>
          <a:lstStyle/>
          <a:p>
            <a:r>
              <a:rPr lang="en-US" altLang="en-US" sz="3600" b="1"/>
              <a:t>Equivalent Partitioning – First Attempt</a:t>
            </a:r>
          </a:p>
        </p:txBody>
      </p:sp>
      <p:pic>
        <p:nvPicPr>
          <p:cNvPr id="6147" name="Picture 2">
            <a:extLst>
              <a:ext uri="{FF2B5EF4-FFF2-40B4-BE49-F238E27FC236}">
                <a16:creationId xmlns:a16="http://schemas.microsoft.com/office/drawing/2014/main" id="{36B319B9-AF28-B4A4-E32E-E3E55A9A56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19200"/>
            <a:ext cx="44196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058519DD-4AA8-CC5A-9D90-A75F3B3A2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altLang="en-US" sz="3600" b="1"/>
              <a:t>Test Cases – First Attempt</a:t>
            </a:r>
          </a:p>
        </p:txBody>
      </p:sp>
      <p:pic>
        <p:nvPicPr>
          <p:cNvPr id="7171" name="Picture 2">
            <a:extLst>
              <a:ext uri="{FF2B5EF4-FFF2-40B4-BE49-F238E27FC236}">
                <a16:creationId xmlns:a16="http://schemas.microsoft.com/office/drawing/2014/main" id="{37CE5561-FEBA-859D-A5E1-AE87DA03A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25" y="1066800"/>
            <a:ext cx="8229600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8ABF092D-60F9-BCB7-584D-507625119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altLang="en-US" b="1"/>
              <a:t>Test Cases – First Attempt</a:t>
            </a:r>
            <a:endParaRPr lang="en-US" altLang="en-US"/>
          </a:p>
        </p:txBody>
      </p:sp>
      <p:pic>
        <p:nvPicPr>
          <p:cNvPr id="8195" name="Picture 2">
            <a:extLst>
              <a:ext uri="{FF2B5EF4-FFF2-40B4-BE49-F238E27FC236}">
                <a16:creationId xmlns:a16="http://schemas.microsoft.com/office/drawing/2014/main" id="{68B3D415-5995-5E71-673A-18AF64224E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1143000"/>
            <a:ext cx="7924800" cy="485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18CBA249-5E0A-D1B8-5D6A-DF837BCE9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Test Cases – First Attempt</a:t>
            </a:r>
            <a:endParaRPr lang="en-US" altLang="en-US"/>
          </a:p>
        </p:txBody>
      </p:sp>
      <p:pic>
        <p:nvPicPr>
          <p:cNvPr id="9219" name="Picture 2">
            <a:extLst>
              <a:ext uri="{FF2B5EF4-FFF2-40B4-BE49-F238E27FC236}">
                <a16:creationId xmlns:a16="http://schemas.microsoft.com/office/drawing/2014/main" id="{67CC1759-987F-48FF-6287-EDC46FFBF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1295400"/>
            <a:ext cx="8305800" cy="531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BE81864D-2E85-E616-1E50-2D7AE9EE4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895600"/>
            <a:ext cx="8229600" cy="944563"/>
          </a:xfrm>
        </p:spPr>
        <p:txBody>
          <a:bodyPr/>
          <a:lstStyle/>
          <a:p>
            <a:r>
              <a:rPr lang="en-US" altLang="en-US" sz="3600"/>
              <a:t>Drawbacks of the Current Approach ?</a:t>
            </a:r>
            <a:br>
              <a:rPr lang="en-US" altLang="en-US" sz="3600"/>
            </a:br>
            <a:r>
              <a:rPr lang="en-US" altLang="en-US" sz="3600"/>
              <a:t>Class Discussion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61A07B7E-721C-BC3A-C3FE-12606E5AA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28600"/>
            <a:ext cx="8229600" cy="792163"/>
          </a:xfrm>
        </p:spPr>
        <p:txBody>
          <a:bodyPr/>
          <a:lstStyle/>
          <a:p>
            <a:r>
              <a:rPr lang="en-US" altLang="en-US"/>
              <a:t>Equivalent Partitions – Second Approach</a:t>
            </a:r>
          </a:p>
        </p:txBody>
      </p:sp>
      <p:pic>
        <p:nvPicPr>
          <p:cNvPr id="11267" name="Picture 2">
            <a:extLst>
              <a:ext uri="{FF2B5EF4-FFF2-40B4-BE49-F238E27FC236}">
                <a16:creationId xmlns:a16="http://schemas.microsoft.com/office/drawing/2014/main" id="{D27C011A-246B-488F-795B-B12047E480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95400"/>
            <a:ext cx="48768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05E9D4-0380-A15C-33C0-45ECBFC4611F}"/>
              </a:ext>
            </a:extLst>
          </p:cNvPr>
          <p:cNvSpPr txBox="1"/>
          <p:nvPr/>
        </p:nvSpPr>
        <p:spPr>
          <a:xfrm>
            <a:off x="5638800" y="2057400"/>
            <a:ext cx="3200400" cy="28622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cs typeface="Arial" charset="0"/>
              </a:rPr>
              <a:t>The year is evenly divisible by 4;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cs typeface="Arial" charset="0"/>
              </a:rPr>
              <a:t>If the year can be evenly divided by 100 (century year), it is NOT a leap year, unless;</a:t>
            </a:r>
          </a:p>
          <a:p>
            <a:pPr lvl="1">
              <a:defRPr/>
            </a:pPr>
            <a:r>
              <a:rPr lang="en-US" dirty="0">
                <a:cs typeface="Arial" charset="0"/>
              </a:rPr>
              <a:t>The year is also evenly divisible by 400. Then it is a leap yea</a:t>
            </a:r>
          </a:p>
          <a:p>
            <a:pPr>
              <a:defRPr/>
            </a:pPr>
            <a:endParaRPr lang="en-US" dirty="0">
              <a:cs typeface="Arial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764D95F9-A667-CC2A-B82B-D2D2ADC9D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Weak Normal Test Cases </a:t>
            </a:r>
          </a:p>
        </p:txBody>
      </p:sp>
      <p:pic>
        <p:nvPicPr>
          <p:cNvPr id="12291" name="Picture 2">
            <a:extLst>
              <a:ext uri="{FF2B5EF4-FFF2-40B4-BE49-F238E27FC236}">
                <a16:creationId xmlns:a16="http://schemas.microsoft.com/office/drawing/2014/main" id="{31FF03F1-5132-E924-8797-4B007CC41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225" y="1971675"/>
            <a:ext cx="7067550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03A4E063-140A-594C-71DA-57445D689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7575"/>
          </a:xfrm>
        </p:spPr>
        <p:txBody>
          <a:bodyPr/>
          <a:lstStyle/>
          <a:p>
            <a:r>
              <a:rPr lang="en-US" altLang="en-US"/>
              <a:t>Strong Normal – Some Test Cases</a:t>
            </a:r>
          </a:p>
        </p:txBody>
      </p:sp>
      <p:pic>
        <p:nvPicPr>
          <p:cNvPr id="13315" name="Picture 2">
            <a:extLst>
              <a:ext uri="{FF2B5EF4-FFF2-40B4-BE49-F238E27FC236}">
                <a16:creationId xmlns:a16="http://schemas.microsoft.com/office/drawing/2014/main" id="{C01DEE4C-9275-D61E-B0DD-00F6630C2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3" y="1146175"/>
            <a:ext cx="7424737" cy="551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D1B8C812-1305-085F-B105-8E4E12738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19400"/>
            <a:ext cx="8229600" cy="1143000"/>
          </a:xfrm>
        </p:spPr>
        <p:txBody>
          <a:bodyPr/>
          <a:lstStyle/>
          <a:p>
            <a:r>
              <a:rPr lang="en-US" altLang="en-US"/>
              <a:t>Complete Remaining Test Cases for the NextDate Method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968</TotalTime>
  <Words>113</Words>
  <Application>Microsoft Macintosh PowerPoint</Application>
  <PresentationFormat>On-screen Show (4:3)</PresentationFormat>
  <Paragraphs>16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Calibri</vt:lpstr>
      <vt:lpstr>Arial</vt:lpstr>
      <vt:lpstr>Office Theme</vt:lpstr>
      <vt:lpstr>CSE 464/598 : Software Quality Assurance and Testing</vt:lpstr>
      <vt:lpstr>NextDate Problem</vt:lpstr>
      <vt:lpstr>Equivalent Partitioning – First Attempt</vt:lpstr>
      <vt:lpstr>Test Cases – First Attempt</vt:lpstr>
      <vt:lpstr>Test Cases – First Attempt</vt:lpstr>
      <vt:lpstr>Test Cases – First Attempt</vt:lpstr>
      <vt:lpstr>Drawbacks of the Current Approach ? Class Discussion</vt:lpstr>
      <vt:lpstr>Equivalent Partitions – Second Approach</vt:lpstr>
      <vt:lpstr>Weak Normal Test Cases </vt:lpstr>
      <vt:lpstr>Strong Normal – Some Test Cases</vt:lpstr>
      <vt:lpstr>Complete Remaining Test Cases for the NextDate Method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494/598 : Software Quality Assurance and Testing</dc:title>
  <dc:creator>pushpa</dc:creator>
  <cp:lastModifiedBy>Bhavya Patel (Student)</cp:lastModifiedBy>
  <cp:revision>116</cp:revision>
  <cp:lastPrinted>2014-09-08T18:52:10Z</cp:lastPrinted>
  <dcterms:created xsi:type="dcterms:W3CDTF">2011-08-13T19:09:36Z</dcterms:created>
  <dcterms:modified xsi:type="dcterms:W3CDTF">2025-10-01T22:18:40Z</dcterms:modified>
</cp:coreProperties>
</file>